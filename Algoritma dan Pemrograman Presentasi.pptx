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rial MT Pro" panose="020B0604020202020204" charset="0"/>
      <p:regular r:id="rId11"/>
    </p:embeddedFont>
    <p:embeddedFont>
      <p:font typeface="Bree Serif" panose="020B0604020202020204" charset="0"/>
      <p:regular r:id="rId12"/>
    </p:embeddedFont>
    <p:embeddedFont>
      <p:font typeface="League Spartan" panose="020B0604020202020204" charset="0"/>
      <p:regular r:id="rId13"/>
    </p:embeddedFont>
    <p:embeddedFont>
      <p:font typeface="Merriweather" panose="000005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7" d="100"/>
          <a:sy n="57" d="100"/>
        </p:scale>
        <p:origin x="562" y="-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0.png"/><Relationship Id="rId7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11.svg"/><Relationship Id="rId9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1.svg"/><Relationship Id="rId7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4.sv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6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12" Type="http://schemas.openxmlformats.org/officeDocument/2006/relationships/image" Target="../media/image19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11" Type="http://schemas.openxmlformats.org/officeDocument/2006/relationships/image" Target="../media/image9.svg"/><Relationship Id="rId5" Type="http://schemas.openxmlformats.org/officeDocument/2006/relationships/image" Target="../media/image15.svg"/><Relationship Id="rId10" Type="http://schemas.openxmlformats.org/officeDocument/2006/relationships/image" Target="../media/image3.svg"/><Relationship Id="rId4" Type="http://schemas.openxmlformats.org/officeDocument/2006/relationships/image" Target="../media/image14.sv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4.svg"/><Relationship Id="rId7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0.png"/><Relationship Id="rId7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11" Type="http://schemas.openxmlformats.org/officeDocument/2006/relationships/image" Target="../media/image22.png"/><Relationship Id="rId5" Type="http://schemas.openxmlformats.org/officeDocument/2006/relationships/image" Target="../media/image9.svg"/><Relationship Id="rId10" Type="http://schemas.openxmlformats.org/officeDocument/2006/relationships/image" Target="../media/image21.png"/><Relationship Id="rId4" Type="http://schemas.openxmlformats.org/officeDocument/2006/relationships/image" Target="../media/image8.svg"/><Relationship Id="rId9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3.pn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4.svg"/><Relationship Id="rId9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.svg"/><Relationship Id="rId7" Type="http://schemas.openxmlformats.org/officeDocument/2006/relationships/image" Target="../media/image9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3.svg"/><Relationship Id="rId4" Type="http://schemas.openxmlformats.org/officeDocument/2006/relationships/image" Target="../media/image4.sv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D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01009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1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897205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10287000" y="0"/>
                </a:moveTo>
                <a:lnTo>
                  <a:pt x="0" y="0"/>
                </a:lnTo>
                <a:lnTo>
                  <a:pt x="0" y="10287000"/>
                </a:lnTo>
                <a:lnTo>
                  <a:pt x="10287000" y="10287000"/>
                </a:lnTo>
                <a:lnTo>
                  <a:pt x="10287000" y="0"/>
                </a:lnTo>
                <a:close/>
              </a:path>
            </a:pathLst>
          </a:custGeom>
          <a:blipFill>
            <a:blip>
              <a:alphaModFix amt="21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140918" y="1028700"/>
            <a:ext cx="12118382" cy="7316473"/>
          </a:xfrm>
          <a:custGeom>
            <a:avLst/>
            <a:gdLst/>
            <a:ahLst/>
            <a:cxnLst/>
            <a:rect l="l" t="t" r="r" b="b"/>
            <a:pathLst>
              <a:path w="12118382" h="7316473">
                <a:moveTo>
                  <a:pt x="0" y="0"/>
                </a:moveTo>
                <a:lnTo>
                  <a:pt x="12118382" y="0"/>
                </a:lnTo>
                <a:lnTo>
                  <a:pt x="12118382" y="7316473"/>
                </a:lnTo>
                <a:lnTo>
                  <a:pt x="0" y="73164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7911998" y="6594919"/>
            <a:ext cx="7126333" cy="843483"/>
            <a:chOff x="0" y="0"/>
            <a:chExt cx="1876894" cy="2221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76894" cy="222152"/>
            </a:xfrm>
            <a:custGeom>
              <a:avLst/>
              <a:gdLst/>
              <a:ahLst/>
              <a:cxnLst/>
              <a:rect l="l" t="t" r="r" b="b"/>
              <a:pathLst>
                <a:path w="1876894" h="222152">
                  <a:moveTo>
                    <a:pt x="0" y="0"/>
                  </a:moveTo>
                  <a:lnTo>
                    <a:pt x="1876894" y="0"/>
                  </a:lnTo>
                  <a:lnTo>
                    <a:pt x="1876894" y="222152"/>
                  </a:lnTo>
                  <a:lnTo>
                    <a:pt x="0" y="222152"/>
                  </a:lnTo>
                  <a:close/>
                </a:path>
              </a:pathLst>
            </a:custGeom>
            <a:solidFill>
              <a:srgbClr val="D9E483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876894" cy="260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403308" y="2369443"/>
            <a:ext cx="9593602" cy="2955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85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Algoritma dan Pemrograman</a:t>
            </a:r>
          </a:p>
        </p:txBody>
      </p:sp>
      <p:sp>
        <p:nvSpPr>
          <p:cNvPr id="9" name="Freeform 9"/>
          <p:cNvSpPr/>
          <p:nvPr/>
        </p:nvSpPr>
        <p:spPr>
          <a:xfrm>
            <a:off x="1734630" y="-817792"/>
            <a:ext cx="3406289" cy="1846492"/>
          </a:xfrm>
          <a:custGeom>
            <a:avLst/>
            <a:gdLst/>
            <a:ahLst/>
            <a:cxnLst/>
            <a:rect l="l" t="t" r="r" b="b"/>
            <a:pathLst>
              <a:path w="3406289" h="1846492">
                <a:moveTo>
                  <a:pt x="0" y="0"/>
                </a:moveTo>
                <a:lnTo>
                  <a:pt x="3406288" y="0"/>
                </a:lnTo>
                <a:lnTo>
                  <a:pt x="3406288" y="1846492"/>
                </a:lnTo>
                <a:lnTo>
                  <a:pt x="0" y="18464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-1349523" y="-817792"/>
            <a:ext cx="3406289" cy="1846492"/>
          </a:xfrm>
          <a:custGeom>
            <a:avLst/>
            <a:gdLst/>
            <a:ahLst/>
            <a:cxnLst/>
            <a:rect l="l" t="t" r="r" b="b"/>
            <a:pathLst>
              <a:path w="3406289" h="1846492">
                <a:moveTo>
                  <a:pt x="3406288" y="0"/>
                </a:moveTo>
                <a:lnTo>
                  <a:pt x="0" y="0"/>
                </a:lnTo>
                <a:lnTo>
                  <a:pt x="0" y="1846492"/>
                </a:lnTo>
                <a:lnTo>
                  <a:pt x="3406288" y="1846492"/>
                </a:lnTo>
                <a:lnTo>
                  <a:pt x="340628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698490" y="8966796"/>
            <a:ext cx="3073265" cy="1665966"/>
          </a:xfrm>
          <a:custGeom>
            <a:avLst/>
            <a:gdLst/>
            <a:ahLst/>
            <a:cxnLst/>
            <a:rect l="l" t="t" r="r" b="b"/>
            <a:pathLst>
              <a:path w="3073265" h="1665966">
                <a:moveTo>
                  <a:pt x="0" y="0"/>
                </a:moveTo>
                <a:lnTo>
                  <a:pt x="3073265" y="0"/>
                </a:lnTo>
                <a:lnTo>
                  <a:pt x="3073265" y="1665966"/>
                </a:lnTo>
                <a:lnTo>
                  <a:pt x="0" y="16659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>
            <a:off x="13915866" y="8966796"/>
            <a:ext cx="3073265" cy="1665966"/>
          </a:xfrm>
          <a:custGeom>
            <a:avLst/>
            <a:gdLst/>
            <a:ahLst/>
            <a:cxnLst/>
            <a:rect l="l" t="t" r="r" b="b"/>
            <a:pathLst>
              <a:path w="3073265" h="1665966">
                <a:moveTo>
                  <a:pt x="3073265" y="0"/>
                </a:moveTo>
                <a:lnTo>
                  <a:pt x="0" y="0"/>
                </a:lnTo>
                <a:lnTo>
                  <a:pt x="0" y="1665966"/>
                </a:lnTo>
                <a:lnTo>
                  <a:pt x="3073265" y="1665966"/>
                </a:lnTo>
                <a:lnTo>
                  <a:pt x="307326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-725818" y="8966796"/>
            <a:ext cx="7006245" cy="1552634"/>
            <a:chOff x="0" y="0"/>
            <a:chExt cx="2239317" cy="49624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39318" cy="496249"/>
            </a:xfrm>
            <a:custGeom>
              <a:avLst/>
              <a:gdLst/>
              <a:ahLst/>
              <a:cxnLst/>
              <a:rect l="l" t="t" r="r" b="b"/>
              <a:pathLst>
                <a:path w="2239318" h="496249">
                  <a:moveTo>
                    <a:pt x="0" y="0"/>
                  </a:moveTo>
                  <a:lnTo>
                    <a:pt x="2239318" y="0"/>
                  </a:lnTo>
                  <a:lnTo>
                    <a:pt x="2239318" y="496249"/>
                  </a:lnTo>
                  <a:lnTo>
                    <a:pt x="0" y="496249"/>
                  </a:lnTo>
                  <a:close/>
                </a:path>
              </a:pathLst>
            </a:custGeom>
            <a:solidFill>
              <a:srgbClr val="8FC9D4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39317" cy="534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 flipH="1">
            <a:off x="8665" y="3791596"/>
            <a:ext cx="7220675" cy="5866798"/>
          </a:xfrm>
          <a:custGeom>
            <a:avLst/>
            <a:gdLst/>
            <a:ahLst/>
            <a:cxnLst/>
            <a:rect l="l" t="t" r="r" b="b"/>
            <a:pathLst>
              <a:path w="7220675" h="5866798">
                <a:moveTo>
                  <a:pt x="7220675" y="0"/>
                </a:moveTo>
                <a:lnTo>
                  <a:pt x="0" y="0"/>
                </a:lnTo>
                <a:lnTo>
                  <a:pt x="0" y="5866798"/>
                </a:lnTo>
                <a:lnTo>
                  <a:pt x="7220675" y="5866798"/>
                </a:lnTo>
                <a:lnTo>
                  <a:pt x="7220675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290596">
            <a:off x="16031114" y="7182905"/>
            <a:ext cx="1334751" cy="1730633"/>
          </a:xfrm>
          <a:custGeom>
            <a:avLst/>
            <a:gdLst/>
            <a:ahLst/>
            <a:cxnLst/>
            <a:rect l="l" t="t" r="r" b="b"/>
            <a:pathLst>
              <a:path w="1334751" h="1730633">
                <a:moveTo>
                  <a:pt x="0" y="0"/>
                </a:moveTo>
                <a:lnTo>
                  <a:pt x="1334751" y="0"/>
                </a:lnTo>
                <a:lnTo>
                  <a:pt x="1334751" y="1730634"/>
                </a:lnTo>
                <a:lnTo>
                  <a:pt x="0" y="17306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1214505">
            <a:off x="4620879" y="689891"/>
            <a:ext cx="1418441" cy="1646956"/>
          </a:xfrm>
          <a:custGeom>
            <a:avLst/>
            <a:gdLst/>
            <a:ahLst/>
            <a:cxnLst/>
            <a:rect l="l" t="t" r="r" b="b"/>
            <a:pathLst>
              <a:path w="1418441" h="1646956">
                <a:moveTo>
                  <a:pt x="0" y="0"/>
                </a:moveTo>
                <a:lnTo>
                  <a:pt x="1418441" y="0"/>
                </a:lnTo>
                <a:lnTo>
                  <a:pt x="1418441" y="1646957"/>
                </a:lnTo>
                <a:lnTo>
                  <a:pt x="0" y="16469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283368" y="1954065"/>
            <a:ext cx="902524" cy="1048938"/>
          </a:xfrm>
          <a:custGeom>
            <a:avLst/>
            <a:gdLst/>
            <a:ahLst/>
            <a:cxnLst/>
            <a:rect l="l" t="t" r="r" b="b"/>
            <a:pathLst>
              <a:path w="902524" h="1048938">
                <a:moveTo>
                  <a:pt x="0" y="0"/>
                </a:moveTo>
                <a:lnTo>
                  <a:pt x="902524" y="0"/>
                </a:lnTo>
                <a:lnTo>
                  <a:pt x="902524" y="1048938"/>
                </a:lnTo>
                <a:lnTo>
                  <a:pt x="0" y="10489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2490979" y="8966796"/>
            <a:ext cx="902524" cy="1048938"/>
          </a:xfrm>
          <a:custGeom>
            <a:avLst/>
            <a:gdLst/>
            <a:ahLst/>
            <a:cxnLst/>
            <a:rect l="l" t="t" r="r" b="b"/>
            <a:pathLst>
              <a:path w="902524" h="1048938">
                <a:moveTo>
                  <a:pt x="0" y="0"/>
                </a:moveTo>
                <a:lnTo>
                  <a:pt x="902523" y="0"/>
                </a:lnTo>
                <a:lnTo>
                  <a:pt x="902523" y="1048938"/>
                </a:lnTo>
                <a:lnTo>
                  <a:pt x="0" y="10489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8007817" y="6803301"/>
            <a:ext cx="6879685" cy="455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Disusun Oleh: Azzura Fairuz Zulfahri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D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01009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48700" y="6875411"/>
            <a:ext cx="7887578" cy="3717425"/>
            <a:chOff x="0" y="0"/>
            <a:chExt cx="2698626" cy="12718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98626" cy="1271865"/>
            </a:xfrm>
            <a:custGeom>
              <a:avLst/>
              <a:gdLst/>
              <a:ahLst/>
              <a:cxnLst/>
              <a:rect l="l" t="t" r="r" b="b"/>
              <a:pathLst>
                <a:path w="2698626" h="1271865">
                  <a:moveTo>
                    <a:pt x="0" y="0"/>
                  </a:moveTo>
                  <a:lnTo>
                    <a:pt x="2698626" y="0"/>
                  </a:lnTo>
                  <a:lnTo>
                    <a:pt x="2698626" y="1271865"/>
                  </a:lnTo>
                  <a:lnTo>
                    <a:pt x="0" y="1271865"/>
                  </a:lnTo>
                  <a:close/>
                </a:path>
              </a:pathLst>
            </a:custGeom>
            <a:solidFill>
              <a:srgbClr val="8FC9D4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698626" cy="1309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9102009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10287000" y="0"/>
                </a:moveTo>
                <a:lnTo>
                  <a:pt x="0" y="0"/>
                </a:lnTo>
                <a:lnTo>
                  <a:pt x="0" y="10287000"/>
                </a:lnTo>
                <a:lnTo>
                  <a:pt x="10287000" y="10287000"/>
                </a:lnTo>
                <a:lnTo>
                  <a:pt x="1028700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6929084" y="2218690"/>
            <a:ext cx="10279432" cy="2750805"/>
            <a:chOff x="0" y="0"/>
            <a:chExt cx="2707340" cy="7244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7340" cy="724492"/>
            </a:xfrm>
            <a:custGeom>
              <a:avLst/>
              <a:gdLst/>
              <a:ahLst/>
              <a:cxnLst/>
              <a:rect l="l" t="t" r="r" b="b"/>
              <a:pathLst>
                <a:path w="2707340" h="724492">
                  <a:moveTo>
                    <a:pt x="0" y="0"/>
                  </a:moveTo>
                  <a:lnTo>
                    <a:pt x="2707340" y="0"/>
                  </a:lnTo>
                  <a:lnTo>
                    <a:pt x="2707340" y="724492"/>
                  </a:lnTo>
                  <a:lnTo>
                    <a:pt x="0" y="724492"/>
                  </a:lnTo>
                  <a:close/>
                </a:path>
              </a:pathLst>
            </a:custGeom>
            <a:solidFill>
              <a:srgbClr val="FFFBD6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7340" cy="762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519790" y="4152154"/>
            <a:ext cx="7879491" cy="6224798"/>
          </a:xfrm>
          <a:custGeom>
            <a:avLst/>
            <a:gdLst/>
            <a:ahLst/>
            <a:cxnLst/>
            <a:rect l="l" t="t" r="r" b="b"/>
            <a:pathLst>
              <a:path w="7879491" h="6224798">
                <a:moveTo>
                  <a:pt x="0" y="0"/>
                </a:moveTo>
                <a:lnTo>
                  <a:pt x="7879491" y="0"/>
                </a:lnTo>
                <a:lnTo>
                  <a:pt x="7879491" y="6224798"/>
                </a:lnTo>
                <a:lnTo>
                  <a:pt x="0" y="62247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6929084" y="5188571"/>
            <a:ext cx="10279432" cy="1222866"/>
            <a:chOff x="0" y="0"/>
            <a:chExt cx="2707340" cy="3220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707340" cy="322072"/>
            </a:xfrm>
            <a:custGeom>
              <a:avLst/>
              <a:gdLst/>
              <a:ahLst/>
              <a:cxnLst/>
              <a:rect l="l" t="t" r="r" b="b"/>
              <a:pathLst>
                <a:path w="2707340" h="322072">
                  <a:moveTo>
                    <a:pt x="0" y="0"/>
                  </a:moveTo>
                  <a:lnTo>
                    <a:pt x="2707340" y="0"/>
                  </a:lnTo>
                  <a:lnTo>
                    <a:pt x="2707340" y="322072"/>
                  </a:lnTo>
                  <a:lnTo>
                    <a:pt x="0" y="322072"/>
                  </a:lnTo>
                  <a:close/>
                </a:path>
              </a:pathLst>
            </a:custGeom>
            <a:solidFill>
              <a:srgbClr val="FFFBD6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707340" cy="3601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068654" y="5387353"/>
            <a:ext cx="381133" cy="38113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D78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flipH="1">
            <a:off x="6426108" y="4751063"/>
            <a:ext cx="858494" cy="858494"/>
          </a:xfrm>
          <a:custGeom>
            <a:avLst/>
            <a:gdLst/>
            <a:ahLst/>
            <a:cxnLst/>
            <a:rect l="l" t="t" r="r" b="b"/>
            <a:pathLst>
              <a:path w="858494" h="858494">
                <a:moveTo>
                  <a:pt x="858494" y="0"/>
                </a:moveTo>
                <a:lnTo>
                  <a:pt x="0" y="0"/>
                </a:lnTo>
                <a:lnTo>
                  <a:pt x="0" y="858494"/>
                </a:lnTo>
                <a:lnTo>
                  <a:pt x="858494" y="858494"/>
                </a:lnTo>
                <a:lnTo>
                  <a:pt x="85849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7068654" y="2467842"/>
            <a:ext cx="381133" cy="381133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D78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 flipH="1">
            <a:off x="6400726" y="1799914"/>
            <a:ext cx="858494" cy="858494"/>
          </a:xfrm>
          <a:custGeom>
            <a:avLst/>
            <a:gdLst/>
            <a:ahLst/>
            <a:cxnLst/>
            <a:rect l="l" t="t" r="r" b="b"/>
            <a:pathLst>
              <a:path w="858494" h="858494">
                <a:moveTo>
                  <a:pt x="858495" y="0"/>
                </a:moveTo>
                <a:lnTo>
                  <a:pt x="0" y="0"/>
                </a:lnTo>
                <a:lnTo>
                  <a:pt x="0" y="858495"/>
                </a:lnTo>
                <a:lnTo>
                  <a:pt x="858495" y="858495"/>
                </a:lnTo>
                <a:lnTo>
                  <a:pt x="8584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7763590" y="2303773"/>
            <a:ext cx="9120362" cy="2447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Algoritma adalah serangkaian langkah-langkah sistematis, logis, dan terurut untuk menyelesaikan suatu masalah atau mencapai tujuan tertentu.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63590" y="5406145"/>
            <a:ext cx="9120362" cy="647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Bersifat logis, terurut, dan memiliki tujuan jelas.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763590" y="904875"/>
            <a:ext cx="9495710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Pengertian Algoritma</a:t>
            </a:r>
          </a:p>
        </p:txBody>
      </p:sp>
      <p:sp>
        <p:nvSpPr>
          <p:cNvPr id="25" name="Freeform 25"/>
          <p:cNvSpPr/>
          <p:nvPr/>
        </p:nvSpPr>
        <p:spPr>
          <a:xfrm>
            <a:off x="245926" y="692472"/>
            <a:ext cx="996514" cy="1158176"/>
          </a:xfrm>
          <a:custGeom>
            <a:avLst/>
            <a:gdLst/>
            <a:ahLst/>
            <a:cxnLst/>
            <a:rect l="l" t="t" r="r" b="b"/>
            <a:pathLst>
              <a:path w="996514" h="1158176">
                <a:moveTo>
                  <a:pt x="0" y="0"/>
                </a:moveTo>
                <a:lnTo>
                  <a:pt x="996515" y="0"/>
                </a:lnTo>
                <a:lnTo>
                  <a:pt x="996515" y="1158176"/>
                </a:lnTo>
                <a:lnTo>
                  <a:pt x="0" y="11581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525588" y="206752"/>
            <a:ext cx="996514" cy="1158176"/>
          </a:xfrm>
          <a:custGeom>
            <a:avLst/>
            <a:gdLst/>
            <a:ahLst/>
            <a:cxnLst/>
            <a:rect l="l" t="t" r="r" b="b"/>
            <a:pathLst>
              <a:path w="996514" h="1158176">
                <a:moveTo>
                  <a:pt x="0" y="0"/>
                </a:moveTo>
                <a:lnTo>
                  <a:pt x="996515" y="0"/>
                </a:lnTo>
                <a:lnTo>
                  <a:pt x="996515" y="1158176"/>
                </a:lnTo>
                <a:lnTo>
                  <a:pt x="0" y="11581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6315743" y="7901140"/>
            <a:ext cx="3073265" cy="1665966"/>
          </a:xfrm>
          <a:custGeom>
            <a:avLst/>
            <a:gdLst/>
            <a:ahLst/>
            <a:cxnLst/>
            <a:rect l="l" t="t" r="r" b="b"/>
            <a:pathLst>
              <a:path w="3073265" h="1665966">
                <a:moveTo>
                  <a:pt x="0" y="0"/>
                </a:moveTo>
                <a:lnTo>
                  <a:pt x="3073266" y="0"/>
                </a:lnTo>
                <a:lnTo>
                  <a:pt x="3073266" y="1665966"/>
                </a:lnTo>
                <a:lnTo>
                  <a:pt x="0" y="16659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flipH="1">
            <a:off x="13533120" y="7901140"/>
            <a:ext cx="3073265" cy="1665966"/>
          </a:xfrm>
          <a:custGeom>
            <a:avLst/>
            <a:gdLst/>
            <a:ahLst/>
            <a:cxnLst/>
            <a:rect l="l" t="t" r="r" b="b"/>
            <a:pathLst>
              <a:path w="3073265" h="1665966">
                <a:moveTo>
                  <a:pt x="3073265" y="0"/>
                </a:moveTo>
                <a:lnTo>
                  <a:pt x="0" y="0"/>
                </a:lnTo>
                <a:lnTo>
                  <a:pt x="0" y="1665966"/>
                </a:lnTo>
                <a:lnTo>
                  <a:pt x="3073265" y="1665966"/>
                </a:lnTo>
                <a:lnTo>
                  <a:pt x="307326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2299605" y="8733831"/>
            <a:ext cx="902524" cy="1048938"/>
          </a:xfrm>
          <a:custGeom>
            <a:avLst/>
            <a:gdLst/>
            <a:ahLst/>
            <a:cxnLst/>
            <a:rect l="l" t="t" r="r" b="b"/>
            <a:pathLst>
              <a:path w="902524" h="1048938">
                <a:moveTo>
                  <a:pt x="0" y="0"/>
                </a:moveTo>
                <a:lnTo>
                  <a:pt x="902524" y="0"/>
                </a:lnTo>
                <a:lnTo>
                  <a:pt x="902524" y="1048938"/>
                </a:lnTo>
                <a:lnTo>
                  <a:pt x="0" y="10489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 rot="290596">
            <a:off x="9271792" y="7257668"/>
            <a:ext cx="1394900" cy="1808623"/>
          </a:xfrm>
          <a:custGeom>
            <a:avLst/>
            <a:gdLst/>
            <a:ahLst/>
            <a:cxnLst/>
            <a:rect l="l" t="t" r="r" b="b"/>
            <a:pathLst>
              <a:path w="1394900" h="1808623">
                <a:moveTo>
                  <a:pt x="0" y="0"/>
                </a:moveTo>
                <a:lnTo>
                  <a:pt x="1394900" y="0"/>
                </a:lnTo>
                <a:lnTo>
                  <a:pt x="1394900" y="1808623"/>
                </a:lnTo>
                <a:lnTo>
                  <a:pt x="0" y="18086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 rot="1214505">
            <a:off x="3828017" y="798495"/>
            <a:ext cx="1579431" cy="1833882"/>
          </a:xfrm>
          <a:custGeom>
            <a:avLst/>
            <a:gdLst/>
            <a:ahLst/>
            <a:cxnLst/>
            <a:rect l="l" t="t" r="r" b="b"/>
            <a:pathLst>
              <a:path w="1579431" h="1833882">
                <a:moveTo>
                  <a:pt x="0" y="0"/>
                </a:moveTo>
                <a:lnTo>
                  <a:pt x="1579432" y="0"/>
                </a:lnTo>
                <a:lnTo>
                  <a:pt x="1579432" y="1833882"/>
                </a:lnTo>
                <a:lnTo>
                  <a:pt x="0" y="18338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D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01009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9102009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10287000" y="0"/>
                </a:moveTo>
                <a:lnTo>
                  <a:pt x="0" y="0"/>
                </a:lnTo>
                <a:lnTo>
                  <a:pt x="0" y="10287000"/>
                </a:lnTo>
                <a:lnTo>
                  <a:pt x="10287000" y="10287000"/>
                </a:lnTo>
                <a:lnTo>
                  <a:pt x="1028700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557058" y="3464563"/>
            <a:ext cx="7928182" cy="2826446"/>
            <a:chOff x="0" y="0"/>
            <a:chExt cx="2088081" cy="7444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8081" cy="744414"/>
            </a:xfrm>
            <a:custGeom>
              <a:avLst/>
              <a:gdLst/>
              <a:ahLst/>
              <a:cxnLst/>
              <a:rect l="l" t="t" r="r" b="b"/>
              <a:pathLst>
                <a:path w="2088081" h="744414">
                  <a:moveTo>
                    <a:pt x="0" y="0"/>
                  </a:moveTo>
                  <a:lnTo>
                    <a:pt x="2088081" y="0"/>
                  </a:lnTo>
                  <a:lnTo>
                    <a:pt x="2088081" y="744414"/>
                  </a:lnTo>
                  <a:lnTo>
                    <a:pt x="0" y="744414"/>
                  </a:lnTo>
                  <a:close/>
                </a:path>
              </a:pathLst>
            </a:custGeom>
            <a:solidFill>
              <a:srgbClr val="FFFBD6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088081" cy="782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96628" y="3713715"/>
            <a:ext cx="381133" cy="38113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D78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1028700" y="3045787"/>
            <a:ext cx="858494" cy="858494"/>
          </a:xfrm>
          <a:custGeom>
            <a:avLst/>
            <a:gdLst/>
            <a:ahLst/>
            <a:cxnLst/>
            <a:rect l="l" t="t" r="r" b="b"/>
            <a:pathLst>
              <a:path w="858494" h="858494">
                <a:moveTo>
                  <a:pt x="858494" y="0"/>
                </a:moveTo>
                <a:lnTo>
                  <a:pt x="0" y="0"/>
                </a:lnTo>
                <a:lnTo>
                  <a:pt x="0" y="858494"/>
                </a:lnTo>
                <a:lnTo>
                  <a:pt x="858494" y="858494"/>
                </a:lnTo>
                <a:lnTo>
                  <a:pt x="85849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557058" y="6481263"/>
            <a:ext cx="7928182" cy="2121262"/>
            <a:chOff x="0" y="0"/>
            <a:chExt cx="2088081" cy="5586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88081" cy="558686"/>
            </a:xfrm>
            <a:custGeom>
              <a:avLst/>
              <a:gdLst/>
              <a:ahLst/>
              <a:cxnLst/>
              <a:rect l="l" t="t" r="r" b="b"/>
              <a:pathLst>
                <a:path w="2088081" h="558686">
                  <a:moveTo>
                    <a:pt x="0" y="0"/>
                  </a:moveTo>
                  <a:lnTo>
                    <a:pt x="2088081" y="0"/>
                  </a:lnTo>
                  <a:lnTo>
                    <a:pt x="2088081" y="558686"/>
                  </a:lnTo>
                  <a:lnTo>
                    <a:pt x="0" y="558686"/>
                  </a:lnTo>
                  <a:close/>
                </a:path>
              </a:pathLst>
            </a:custGeom>
            <a:solidFill>
              <a:srgbClr val="FFFBD6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088081" cy="5967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96628" y="6730415"/>
            <a:ext cx="381133" cy="38113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D78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flipH="1">
            <a:off x="1028700" y="6062487"/>
            <a:ext cx="858494" cy="858494"/>
          </a:xfrm>
          <a:custGeom>
            <a:avLst/>
            <a:gdLst/>
            <a:ahLst/>
            <a:cxnLst/>
            <a:rect l="l" t="t" r="r" b="b"/>
            <a:pathLst>
              <a:path w="858494" h="858494">
                <a:moveTo>
                  <a:pt x="858494" y="0"/>
                </a:moveTo>
                <a:lnTo>
                  <a:pt x="0" y="0"/>
                </a:lnTo>
                <a:lnTo>
                  <a:pt x="0" y="858494"/>
                </a:lnTo>
                <a:lnTo>
                  <a:pt x="858494" y="858494"/>
                </a:lnTo>
                <a:lnTo>
                  <a:pt x="85849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2344461" y="825161"/>
            <a:ext cx="5770202" cy="2121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33"/>
              </a:lnSpc>
            </a:pPr>
            <a:r>
              <a:rPr lang="en-US" sz="6095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Pengertian Pemrograman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91564" y="3615197"/>
            <a:ext cx="6563711" cy="2447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Pemrograman adalah proses menulis instruksi (kode) untuk memberi tahu komputer apa yang harus dilakukan.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391564" y="6551612"/>
            <a:ext cx="6794427" cy="184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Bahasa pemrograman digunakan agar komputer dapat memahami perintah.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-299518" y="9740892"/>
            <a:ext cx="19568482" cy="2009278"/>
            <a:chOff x="0" y="0"/>
            <a:chExt cx="6695085" cy="68744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695085" cy="687447"/>
            </a:xfrm>
            <a:custGeom>
              <a:avLst/>
              <a:gdLst/>
              <a:ahLst/>
              <a:cxnLst/>
              <a:rect l="l" t="t" r="r" b="b"/>
              <a:pathLst>
                <a:path w="6695085" h="687447">
                  <a:moveTo>
                    <a:pt x="0" y="0"/>
                  </a:moveTo>
                  <a:lnTo>
                    <a:pt x="6695085" y="0"/>
                  </a:lnTo>
                  <a:lnTo>
                    <a:pt x="6695085" y="687447"/>
                  </a:lnTo>
                  <a:lnTo>
                    <a:pt x="0" y="687447"/>
                  </a:lnTo>
                  <a:close/>
                </a:path>
              </a:pathLst>
            </a:custGeom>
            <a:solidFill>
              <a:srgbClr val="8FC9D4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6695085" cy="7255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 flipH="1">
            <a:off x="9799565" y="3521071"/>
            <a:ext cx="10175576" cy="6219821"/>
          </a:xfrm>
          <a:custGeom>
            <a:avLst/>
            <a:gdLst/>
            <a:ahLst/>
            <a:cxnLst/>
            <a:rect l="l" t="t" r="r" b="b"/>
            <a:pathLst>
              <a:path w="10175576" h="6219821">
                <a:moveTo>
                  <a:pt x="10175576" y="0"/>
                </a:moveTo>
                <a:lnTo>
                  <a:pt x="0" y="0"/>
                </a:lnTo>
                <a:lnTo>
                  <a:pt x="0" y="6219821"/>
                </a:lnTo>
                <a:lnTo>
                  <a:pt x="10175576" y="6219821"/>
                </a:lnTo>
                <a:lnTo>
                  <a:pt x="10175576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7343883" y="663944"/>
            <a:ext cx="2460839" cy="1333980"/>
          </a:xfrm>
          <a:custGeom>
            <a:avLst/>
            <a:gdLst/>
            <a:ahLst/>
            <a:cxnLst/>
            <a:rect l="l" t="t" r="r" b="b"/>
            <a:pathLst>
              <a:path w="2460839" h="1333980">
                <a:moveTo>
                  <a:pt x="0" y="0"/>
                </a:moveTo>
                <a:lnTo>
                  <a:pt x="2460839" y="0"/>
                </a:lnTo>
                <a:lnTo>
                  <a:pt x="2460839" y="1333980"/>
                </a:lnTo>
                <a:lnTo>
                  <a:pt x="0" y="13339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flipH="1">
            <a:off x="15115768" y="663944"/>
            <a:ext cx="2460839" cy="1333980"/>
          </a:xfrm>
          <a:custGeom>
            <a:avLst/>
            <a:gdLst/>
            <a:ahLst/>
            <a:cxnLst/>
            <a:rect l="l" t="t" r="r" b="b"/>
            <a:pathLst>
              <a:path w="2460839" h="1333980">
                <a:moveTo>
                  <a:pt x="2460839" y="0"/>
                </a:moveTo>
                <a:lnTo>
                  <a:pt x="0" y="0"/>
                </a:lnTo>
                <a:lnTo>
                  <a:pt x="0" y="1333980"/>
                </a:lnTo>
                <a:lnTo>
                  <a:pt x="2460839" y="1333980"/>
                </a:lnTo>
                <a:lnTo>
                  <a:pt x="246083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3794247" y="708667"/>
            <a:ext cx="902524" cy="1048938"/>
          </a:xfrm>
          <a:custGeom>
            <a:avLst/>
            <a:gdLst/>
            <a:ahLst/>
            <a:cxnLst/>
            <a:rect l="l" t="t" r="r" b="b"/>
            <a:pathLst>
              <a:path w="902524" h="1048938">
                <a:moveTo>
                  <a:pt x="0" y="0"/>
                </a:moveTo>
                <a:lnTo>
                  <a:pt x="902524" y="0"/>
                </a:lnTo>
                <a:lnTo>
                  <a:pt x="902524" y="1048938"/>
                </a:lnTo>
                <a:lnTo>
                  <a:pt x="0" y="10489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rot="1214505">
            <a:off x="10237753" y="631636"/>
            <a:ext cx="1204540" cy="1398595"/>
          </a:xfrm>
          <a:custGeom>
            <a:avLst/>
            <a:gdLst/>
            <a:ahLst/>
            <a:cxnLst/>
            <a:rect l="l" t="t" r="r" b="b"/>
            <a:pathLst>
              <a:path w="1204540" h="1398595">
                <a:moveTo>
                  <a:pt x="0" y="0"/>
                </a:moveTo>
                <a:lnTo>
                  <a:pt x="1204540" y="0"/>
                </a:lnTo>
                <a:lnTo>
                  <a:pt x="1204540" y="1398595"/>
                </a:lnTo>
                <a:lnTo>
                  <a:pt x="0" y="1398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555423" y="948986"/>
            <a:ext cx="902524" cy="1048938"/>
          </a:xfrm>
          <a:custGeom>
            <a:avLst/>
            <a:gdLst/>
            <a:ahLst/>
            <a:cxnLst/>
            <a:rect l="l" t="t" r="r" b="b"/>
            <a:pathLst>
              <a:path w="902524" h="1048938">
                <a:moveTo>
                  <a:pt x="0" y="0"/>
                </a:moveTo>
                <a:lnTo>
                  <a:pt x="902524" y="0"/>
                </a:lnTo>
                <a:lnTo>
                  <a:pt x="902524" y="1048938"/>
                </a:lnTo>
                <a:lnTo>
                  <a:pt x="0" y="10489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D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3484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9102009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10287000" y="0"/>
                </a:moveTo>
                <a:lnTo>
                  <a:pt x="0" y="0"/>
                </a:lnTo>
                <a:lnTo>
                  <a:pt x="0" y="10287000"/>
                </a:lnTo>
                <a:lnTo>
                  <a:pt x="10287000" y="10287000"/>
                </a:lnTo>
                <a:lnTo>
                  <a:pt x="1028700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60515" y="2999274"/>
            <a:ext cx="7735818" cy="1164663"/>
            <a:chOff x="0" y="0"/>
            <a:chExt cx="2139235" cy="3220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39235" cy="322072"/>
            </a:xfrm>
            <a:custGeom>
              <a:avLst/>
              <a:gdLst/>
              <a:ahLst/>
              <a:cxnLst/>
              <a:rect l="l" t="t" r="r" b="b"/>
              <a:pathLst>
                <a:path w="2139235" h="322072">
                  <a:moveTo>
                    <a:pt x="0" y="0"/>
                  </a:moveTo>
                  <a:lnTo>
                    <a:pt x="2139235" y="0"/>
                  </a:lnTo>
                  <a:lnTo>
                    <a:pt x="2139235" y="322072"/>
                  </a:lnTo>
                  <a:lnTo>
                    <a:pt x="0" y="322072"/>
                  </a:lnTo>
                  <a:close/>
                </a:path>
              </a:pathLst>
            </a:custGeom>
            <a:solidFill>
              <a:srgbClr val="FFFBD6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39235" cy="3601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53744" y="4221087"/>
            <a:ext cx="7735818" cy="993322"/>
            <a:chOff x="0" y="0"/>
            <a:chExt cx="2139235" cy="2746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39235" cy="274690"/>
            </a:xfrm>
            <a:custGeom>
              <a:avLst/>
              <a:gdLst/>
              <a:ahLst/>
              <a:cxnLst/>
              <a:rect l="l" t="t" r="r" b="b"/>
              <a:pathLst>
                <a:path w="2139235" h="274690">
                  <a:moveTo>
                    <a:pt x="0" y="0"/>
                  </a:moveTo>
                  <a:lnTo>
                    <a:pt x="2139235" y="0"/>
                  </a:lnTo>
                  <a:lnTo>
                    <a:pt x="2139235" y="274690"/>
                  </a:lnTo>
                  <a:lnTo>
                    <a:pt x="0" y="27469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139235" cy="312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53744" y="5270839"/>
            <a:ext cx="7735818" cy="993322"/>
            <a:chOff x="0" y="0"/>
            <a:chExt cx="2139235" cy="2746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39235" cy="274690"/>
            </a:xfrm>
            <a:custGeom>
              <a:avLst/>
              <a:gdLst/>
              <a:ahLst/>
              <a:cxnLst/>
              <a:rect l="l" t="t" r="r" b="b"/>
              <a:pathLst>
                <a:path w="2139235" h="274690">
                  <a:moveTo>
                    <a:pt x="0" y="0"/>
                  </a:moveTo>
                  <a:lnTo>
                    <a:pt x="2139235" y="0"/>
                  </a:lnTo>
                  <a:lnTo>
                    <a:pt x="2139235" y="274690"/>
                  </a:lnTo>
                  <a:lnTo>
                    <a:pt x="0" y="27469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139235" cy="312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60515" y="6318591"/>
            <a:ext cx="7735818" cy="993322"/>
            <a:chOff x="0" y="0"/>
            <a:chExt cx="2139235" cy="27469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39235" cy="274690"/>
            </a:xfrm>
            <a:custGeom>
              <a:avLst/>
              <a:gdLst/>
              <a:ahLst/>
              <a:cxnLst/>
              <a:rect l="l" t="t" r="r" b="b"/>
              <a:pathLst>
                <a:path w="2139235" h="274690">
                  <a:moveTo>
                    <a:pt x="0" y="0"/>
                  </a:moveTo>
                  <a:lnTo>
                    <a:pt x="2139235" y="0"/>
                  </a:lnTo>
                  <a:lnTo>
                    <a:pt x="2139235" y="274690"/>
                  </a:lnTo>
                  <a:lnTo>
                    <a:pt x="0" y="27469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139235" cy="312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60515" y="7366343"/>
            <a:ext cx="7735818" cy="993322"/>
            <a:chOff x="0" y="0"/>
            <a:chExt cx="2139235" cy="27469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39235" cy="274690"/>
            </a:xfrm>
            <a:custGeom>
              <a:avLst/>
              <a:gdLst/>
              <a:ahLst/>
              <a:cxnLst/>
              <a:rect l="l" t="t" r="r" b="b"/>
              <a:pathLst>
                <a:path w="2139235" h="274690">
                  <a:moveTo>
                    <a:pt x="0" y="0"/>
                  </a:moveTo>
                  <a:lnTo>
                    <a:pt x="2139235" y="0"/>
                  </a:lnTo>
                  <a:lnTo>
                    <a:pt x="2139235" y="274690"/>
                  </a:lnTo>
                  <a:lnTo>
                    <a:pt x="0" y="27469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139235" cy="312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53744" y="8414095"/>
            <a:ext cx="7735818" cy="993322"/>
            <a:chOff x="0" y="0"/>
            <a:chExt cx="2139235" cy="27469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39235" cy="274690"/>
            </a:xfrm>
            <a:custGeom>
              <a:avLst/>
              <a:gdLst/>
              <a:ahLst/>
              <a:cxnLst/>
              <a:rect l="l" t="t" r="r" b="b"/>
              <a:pathLst>
                <a:path w="2139235" h="274690">
                  <a:moveTo>
                    <a:pt x="0" y="0"/>
                  </a:moveTo>
                  <a:lnTo>
                    <a:pt x="2139235" y="0"/>
                  </a:lnTo>
                  <a:lnTo>
                    <a:pt x="2139235" y="274690"/>
                  </a:lnTo>
                  <a:lnTo>
                    <a:pt x="0" y="27469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139235" cy="312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86909" y="4373121"/>
            <a:ext cx="733669" cy="733669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8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361267" y="4447479"/>
            <a:ext cx="584954" cy="584954"/>
          </a:xfrm>
          <a:custGeom>
            <a:avLst/>
            <a:gdLst/>
            <a:ahLst/>
            <a:cxnLst/>
            <a:rect l="l" t="t" r="r" b="b"/>
            <a:pathLst>
              <a:path w="584954" h="584954">
                <a:moveTo>
                  <a:pt x="0" y="0"/>
                </a:moveTo>
                <a:lnTo>
                  <a:pt x="584954" y="0"/>
                </a:lnTo>
                <a:lnTo>
                  <a:pt x="584954" y="584953"/>
                </a:lnTo>
                <a:lnTo>
                  <a:pt x="0" y="5849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1286909" y="5407728"/>
            <a:ext cx="733669" cy="733669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8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86909" y="6448418"/>
            <a:ext cx="733669" cy="733669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8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86909" y="7489108"/>
            <a:ext cx="733669" cy="733669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8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86909" y="8529798"/>
            <a:ext cx="733669" cy="733669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8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1365349" y="5486167"/>
            <a:ext cx="576790" cy="576790"/>
          </a:xfrm>
          <a:custGeom>
            <a:avLst/>
            <a:gdLst/>
            <a:ahLst/>
            <a:cxnLst/>
            <a:rect l="l" t="t" r="r" b="b"/>
            <a:pathLst>
              <a:path w="576790" h="576790">
                <a:moveTo>
                  <a:pt x="0" y="0"/>
                </a:moveTo>
                <a:lnTo>
                  <a:pt x="576790" y="0"/>
                </a:lnTo>
                <a:lnTo>
                  <a:pt x="576790" y="576790"/>
                </a:lnTo>
                <a:lnTo>
                  <a:pt x="0" y="5767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365349" y="6526857"/>
            <a:ext cx="576790" cy="576790"/>
          </a:xfrm>
          <a:custGeom>
            <a:avLst/>
            <a:gdLst/>
            <a:ahLst/>
            <a:cxnLst/>
            <a:rect l="l" t="t" r="r" b="b"/>
            <a:pathLst>
              <a:path w="576790" h="576790">
                <a:moveTo>
                  <a:pt x="0" y="0"/>
                </a:moveTo>
                <a:lnTo>
                  <a:pt x="576790" y="0"/>
                </a:lnTo>
                <a:lnTo>
                  <a:pt x="576790" y="576790"/>
                </a:lnTo>
                <a:lnTo>
                  <a:pt x="0" y="5767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365349" y="7567547"/>
            <a:ext cx="576790" cy="576790"/>
          </a:xfrm>
          <a:custGeom>
            <a:avLst/>
            <a:gdLst/>
            <a:ahLst/>
            <a:cxnLst/>
            <a:rect l="l" t="t" r="r" b="b"/>
            <a:pathLst>
              <a:path w="576790" h="576790">
                <a:moveTo>
                  <a:pt x="0" y="0"/>
                </a:moveTo>
                <a:lnTo>
                  <a:pt x="576790" y="0"/>
                </a:lnTo>
                <a:lnTo>
                  <a:pt x="576790" y="576790"/>
                </a:lnTo>
                <a:lnTo>
                  <a:pt x="0" y="5767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365349" y="8608237"/>
            <a:ext cx="576790" cy="576790"/>
          </a:xfrm>
          <a:custGeom>
            <a:avLst/>
            <a:gdLst/>
            <a:ahLst/>
            <a:cxnLst/>
            <a:rect l="l" t="t" r="r" b="b"/>
            <a:pathLst>
              <a:path w="576790" h="576790">
                <a:moveTo>
                  <a:pt x="0" y="0"/>
                </a:moveTo>
                <a:lnTo>
                  <a:pt x="576790" y="0"/>
                </a:lnTo>
                <a:lnTo>
                  <a:pt x="576790" y="576790"/>
                </a:lnTo>
                <a:lnTo>
                  <a:pt x="0" y="5767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42" name="Group 42"/>
          <p:cNvGrpSpPr/>
          <p:nvPr/>
        </p:nvGrpSpPr>
        <p:grpSpPr>
          <a:xfrm>
            <a:off x="-24363" y="9588393"/>
            <a:ext cx="18841391" cy="2009278"/>
            <a:chOff x="0" y="0"/>
            <a:chExt cx="6446321" cy="687447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446321" cy="687447"/>
            </a:xfrm>
            <a:custGeom>
              <a:avLst/>
              <a:gdLst/>
              <a:ahLst/>
              <a:cxnLst/>
              <a:rect l="l" t="t" r="r" b="b"/>
              <a:pathLst>
                <a:path w="6446321" h="687447">
                  <a:moveTo>
                    <a:pt x="0" y="0"/>
                  </a:moveTo>
                  <a:lnTo>
                    <a:pt x="6446321" y="0"/>
                  </a:lnTo>
                  <a:lnTo>
                    <a:pt x="6446321" y="687447"/>
                  </a:lnTo>
                  <a:lnTo>
                    <a:pt x="0" y="687447"/>
                  </a:lnTo>
                  <a:close/>
                </a:path>
              </a:pathLst>
            </a:custGeom>
            <a:solidFill>
              <a:srgbClr val="8FC9D4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6446321" cy="7255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5" name="Freeform 45"/>
          <p:cNvSpPr/>
          <p:nvPr/>
        </p:nvSpPr>
        <p:spPr>
          <a:xfrm>
            <a:off x="10001250" y="3223930"/>
            <a:ext cx="7786806" cy="6307313"/>
          </a:xfrm>
          <a:custGeom>
            <a:avLst/>
            <a:gdLst/>
            <a:ahLst/>
            <a:cxnLst/>
            <a:rect l="l" t="t" r="r" b="b"/>
            <a:pathLst>
              <a:path w="7786806" h="6307313">
                <a:moveTo>
                  <a:pt x="0" y="0"/>
                </a:moveTo>
                <a:lnTo>
                  <a:pt x="7786806" y="0"/>
                </a:lnTo>
                <a:lnTo>
                  <a:pt x="7786806" y="6307313"/>
                </a:lnTo>
                <a:lnTo>
                  <a:pt x="0" y="6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 rot="-5237842">
            <a:off x="8774646" y="442093"/>
            <a:ext cx="738707" cy="858546"/>
          </a:xfrm>
          <a:custGeom>
            <a:avLst/>
            <a:gdLst/>
            <a:ahLst/>
            <a:cxnLst/>
            <a:rect l="l" t="t" r="r" b="b"/>
            <a:pathLst>
              <a:path w="738707" h="858546">
                <a:moveTo>
                  <a:pt x="0" y="0"/>
                </a:moveTo>
                <a:lnTo>
                  <a:pt x="738708" y="0"/>
                </a:lnTo>
                <a:lnTo>
                  <a:pt x="738708" y="858546"/>
                </a:lnTo>
                <a:lnTo>
                  <a:pt x="0" y="8585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-964335" y="2256582"/>
            <a:ext cx="1993035" cy="1080391"/>
          </a:xfrm>
          <a:custGeom>
            <a:avLst/>
            <a:gdLst/>
            <a:ahLst/>
            <a:cxnLst/>
            <a:rect l="l" t="t" r="r" b="b"/>
            <a:pathLst>
              <a:path w="1993035" h="1080391">
                <a:moveTo>
                  <a:pt x="0" y="0"/>
                </a:moveTo>
                <a:lnTo>
                  <a:pt x="1993035" y="0"/>
                </a:lnTo>
                <a:lnTo>
                  <a:pt x="1993035" y="1080391"/>
                </a:lnTo>
                <a:lnTo>
                  <a:pt x="0" y="10803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48" name="TextBox 48"/>
          <p:cNvSpPr txBox="1"/>
          <p:nvPr/>
        </p:nvSpPr>
        <p:spPr>
          <a:xfrm>
            <a:off x="1703348" y="688424"/>
            <a:ext cx="7276545" cy="2128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33"/>
              </a:lnSpc>
            </a:pPr>
            <a:r>
              <a:rPr lang="en-US" sz="6095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Contoh Algoritma Sederhana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529960" y="3203623"/>
            <a:ext cx="5530903" cy="622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3"/>
              </a:lnSpc>
            </a:pPr>
            <a:r>
              <a:rPr lang="en-US" sz="323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Algoritma Membuat Teh: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523189" y="4361973"/>
            <a:ext cx="5530903" cy="622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3"/>
              </a:lnSpc>
            </a:pPr>
            <a:r>
              <a:rPr lang="en-US" sz="323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Panaskan air.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523189" y="5396580"/>
            <a:ext cx="6174599" cy="546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33"/>
              </a:lnSpc>
            </a:pPr>
            <a:r>
              <a:rPr lang="en-US" sz="3238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Masukkan </a:t>
            </a:r>
            <a:r>
              <a:rPr lang="en-US" sz="3238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teh</a:t>
            </a:r>
            <a:r>
              <a:rPr lang="en-US" sz="3238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238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ke</a:t>
            </a:r>
            <a:r>
              <a:rPr lang="en-US" sz="3238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238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dalam</a:t>
            </a:r>
            <a:r>
              <a:rPr lang="en-US" sz="3238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238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gelas</a:t>
            </a:r>
            <a:r>
              <a:rPr lang="en-US" sz="3238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523189" y="6429187"/>
            <a:ext cx="5530903" cy="622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3"/>
              </a:lnSpc>
            </a:pPr>
            <a:r>
              <a:rPr lang="en-US" sz="3238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Tuangkan</a:t>
            </a:r>
            <a:r>
              <a:rPr lang="en-US" sz="3238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air </a:t>
            </a:r>
            <a:r>
              <a:rPr lang="en-US" sz="3238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panas</a:t>
            </a:r>
            <a:r>
              <a:rPr lang="en-US" sz="3238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523189" y="7461794"/>
            <a:ext cx="5530903" cy="622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3"/>
              </a:lnSpc>
            </a:pPr>
            <a:r>
              <a:rPr lang="en-US" sz="323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Tambahkan gula.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523189" y="8509546"/>
            <a:ext cx="5530903" cy="622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3"/>
              </a:lnSpc>
            </a:pPr>
            <a:r>
              <a:rPr lang="en-US" sz="323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Aduk hingga rata.</a:t>
            </a:r>
          </a:p>
        </p:txBody>
      </p:sp>
      <p:sp>
        <p:nvSpPr>
          <p:cNvPr id="55" name="Freeform 55"/>
          <p:cNvSpPr/>
          <p:nvPr/>
        </p:nvSpPr>
        <p:spPr>
          <a:xfrm flipH="1">
            <a:off x="-315845" y="272054"/>
            <a:ext cx="1993035" cy="1080391"/>
          </a:xfrm>
          <a:custGeom>
            <a:avLst/>
            <a:gdLst/>
            <a:ahLst/>
            <a:cxnLst/>
            <a:rect l="l" t="t" r="r" b="b"/>
            <a:pathLst>
              <a:path w="1993035" h="1080391">
                <a:moveTo>
                  <a:pt x="1993035" y="0"/>
                </a:moveTo>
                <a:lnTo>
                  <a:pt x="0" y="0"/>
                </a:lnTo>
                <a:lnTo>
                  <a:pt x="0" y="1080391"/>
                </a:lnTo>
                <a:lnTo>
                  <a:pt x="1993035" y="1080391"/>
                </a:lnTo>
                <a:lnTo>
                  <a:pt x="199303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56" name="Freeform 56"/>
          <p:cNvSpPr/>
          <p:nvPr/>
        </p:nvSpPr>
        <p:spPr>
          <a:xfrm rot="-5237842">
            <a:off x="16510945" y="1839331"/>
            <a:ext cx="738707" cy="858546"/>
          </a:xfrm>
          <a:custGeom>
            <a:avLst/>
            <a:gdLst/>
            <a:ahLst/>
            <a:cxnLst/>
            <a:rect l="l" t="t" r="r" b="b"/>
            <a:pathLst>
              <a:path w="738707" h="858546">
                <a:moveTo>
                  <a:pt x="0" y="0"/>
                </a:moveTo>
                <a:lnTo>
                  <a:pt x="738707" y="0"/>
                </a:lnTo>
                <a:lnTo>
                  <a:pt x="738707" y="858546"/>
                </a:lnTo>
                <a:lnTo>
                  <a:pt x="0" y="8585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57" name="Freeform 57"/>
          <p:cNvSpPr/>
          <p:nvPr/>
        </p:nvSpPr>
        <p:spPr>
          <a:xfrm rot="-5237842">
            <a:off x="17113052" y="772160"/>
            <a:ext cx="738707" cy="858546"/>
          </a:xfrm>
          <a:custGeom>
            <a:avLst/>
            <a:gdLst/>
            <a:ahLst/>
            <a:cxnLst/>
            <a:rect l="l" t="t" r="r" b="b"/>
            <a:pathLst>
              <a:path w="738707" h="858546">
                <a:moveTo>
                  <a:pt x="0" y="0"/>
                </a:moveTo>
                <a:lnTo>
                  <a:pt x="738707" y="0"/>
                </a:lnTo>
                <a:lnTo>
                  <a:pt x="738707" y="858546"/>
                </a:lnTo>
                <a:lnTo>
                  <a:pt x="0" y="8585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58" name="Freeform 58"/>
          <p:cNvSpPr/>
          <p:nvPr/>
        </p:nvSpPr>
        <p:spPr>
          <a:xfrm rot="-911726">
            <a:off x="11125176" y="815985"/>
            <a:ext cx="1194869" cy="1549263"/>
          </a:xfrm>
          <a:custGeom>
            <a:avLst/>
            <a:gdLst/>
            <a:ahLst/>
            <a:cxnLst/>
            <a:rect l="l" t="t" r="r" b="b"/>
            <a:pathLst>
              <a:path w="1194869" h="1549263">
                <a:moveTo>
                  <a:pt x="0" y="0"/>
                </a:moveTo>
                <a:lnTo>
                  <a:pt x="1194869" y="0"/>
                </a:lnTo>
                <a:lnTo>
                  <a:pt x="1194869" y="1549263"/>
                </a:lnTo>
                <a:lnTo>
                  <a:pt x="0" y="15492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D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01009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9102009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10287000" y="0"/>
                </a:moveTo>
                <a:lnTo>
                  <a:pt x="0" y="0"/>
                </a:lnTo>
                <a:lnTo>
                  <a:pt x="0" y="10287000"/>
                </a:lnTo>
                <a:lnTo>
                  <a:pt x="10287000" y="10287000"/>
                </a:lnTo>
                <a:lnTo>
                  <a:pt x="1028700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692749" y="1294986"/>
            <a:ext cx="8902502" cy="1045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33"/>
              </a:lnSpc>
            </a:pPr>
            <a:r>
              <a:rPr lang="en-US" sz="6095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Tujuan Pebahasan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025283" y="3398087"/>
            <a:ext cx="6153452" cy="1164663"/>
            <a:chOff x="0" y="0"/>
            <a:chExt cx="1701654" cy="3220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01653" cy="322072"/>
            </a:xfrm>
            <a:custGeom>
              <a:avLst/>
              <a:gdLst/>
              <a:ahLst/>
              <a:cxnLst/>
              <a:rect l="l" t="t" r="r" b="b"/>
              <a:pathLst>
                <a:path w="1701653" h="322072">
                  <a:moveTo>
                    <a:pt x="0" y="0"/>
                  </a:moveTo>
                  <a:lnTo>
                    <a:pt x="1701653" y="0"/>
                  </a:lnTo>
                  <a:lnTo>
                    <a:pt x="1701653" y="322072"/>
                  </a:lnTo>
                  <a:lnTo>
                    <a:pt x="0" y="32207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01654" cy="3601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025283" y="4822183"/>
            <a:ext cx="6153452" cy="1164663"/>
            <a:chOff x="0" y="0"/>
            <a:chExt cx="1701654" cy="3220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01653" cy="322072"/>
            </a:xfrm>
            <a:custGeom>
              <a:avLst/>
              <a:gdLst/>
              <a:ahLst/>
              <a:cxnLst/>
              <a:rect l="l" t="t" r="r" b="b"/>
              <a:pathLst>
                <a:path w="1701653" h="322072">
                  <a:moveTo>
                    <a:pt x="0" y="0"/>
                  </a:moveTo>
                  <a:lnTo>
                    <a:pt x="1701653" y="0"/>
                  </a:lnTo>
                  <a:lnTo>
                    <a:pt x="1701653" y="322072"/>
                  </a:lnTo>
                  <a:lnTo>
                    <a:pt x="0" y="32207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701654" cy="3601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25283" y="6246278"/>
            <a:ext cx="6153452" cy="1164663"/>
            <a:chOff x="0" y="0"/>
            <a:chExt cx="1701654" cy="3220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01653" cy="322072"/>
            </a:xfrm>
            <a:custGeom>
              <a:avLst/>
              <a:gdLst/>
              <a:ahLst/>
              <a:cxnLst/>
              <a:rect l="l" t="t" r="r" b="b"/>
              <a:pathLst>
                <a:path w="1701653" h="322072">
                  <a:moveTo>
                    <a:pt x="0" y="0"/>
                  </a:moveTo>
                  <a:lnTo>
                    <a:pt x="1701653" y="0"/>
                  </a:lnTo>
                  <a:lnTo>
                    <a:pt x="1701653" y="322072"/>
                  </a:lnTo>
                  <a:lnTo>
                    <a:pt x="0" y="32207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701654" cy="3601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321816" y="3602443"/>
            <a:ext cx="5676445" cy="622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3"/>
              </a:lnSpc>
            </a:pPr>
            <a:r>
              <a:rPr lang="en-US" sz="323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Tools / Software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21816" y="5026539"/>
            <a:ext cx="5676445" cy="622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3"/>
              </a:lnSpc>
            </a:pPr>
            <a:r>
              <a:rPr lang="en-US" sz="323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Dasar Pemrograman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21816" y="6450634"/>
            <a:ext cx="5676445" cy="622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3"/>
              </a:lnSpc>
            </a:pPr>
            <a:r>
              <a:rPr lang="en-US" sz="323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Mendemokan Suatu Program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-427573" y="9477844"/>
            <a:ext cx="19268964" cy="2009278"/>
            <a:chOff x="0" y="0"/>
            <a:chExt cx="6592609" cy="68744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592609" cy="687447"/>
            </a:xfrm>
            <a:custGeom>
              <a:avLst/>
              <a:gdLst/>
              <a:ahLst/>
              <a:cxnLst/>
              <a:rect l="l" t="t" r="r" b="b"/>
              <a:pathLst>
                <a:path w="6592609" h="687447">
                  <a:moveTo>
                    <a:pt x="0" y="0"/>
                  </a:moveTo>
                  <a:lnTo>
                    <a:pt x="6592609" y="0"/>
                  </a:lnTo>
                  <a:lnTo>
                    <a:pt x="6592609" y="687447"/>
                  </a:lnTo>
                  <a:lnTo>
                    <a:pt x="0" y="687447"/>
                  </a:lnTo>
                  <a:close/>
                </a:path>
              </a:pathLst>
            </a:custGeom>
            <a:solidFill>
              <a:srgbClr val="8FC9D4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6592609" cy="7255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7227521" y="7924320"/>
            <a:ext cx="2460839" cy="1333980"/>
          </a:xfrm>
          <a:custGeom>
            <a:avLst/>
            <a:gdLst/>
            <a:ahLst/>
            <a:cxnLst/>
            <a:rect l="l" t="t" r="r" b="b"/>
            <a:pathLst>
              <a:path w="2460839" h="1333980">
                <a:moveTo>
                  <a:pt x="0" y="0"/>
                </a:moveTo>
                <a:lnTo>
                  <a:pt x="2460839" y="0"/>
                </a:lnTo>
                <a:lnTo>
                  <a:pt x="2460839" y="1333980"/>
                </a:lnTo>
                <a:lnTo>
                  <a:pt x="0" y="13339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flipH="1">
            <a:off x="14999406" y="7924320"/>
            <a:ext cx="2460839" cy="1333980"/>
          </a:xfrm>
          <a:custGeom>
            <a:avLst/>
            <a:gdLst/>
            <a:ahLst/>
            <a:cxnLst/>
            <a:rect l="l" t="t" r="r" b="b"/>
            <a:pathLst>
              <a:path w="2460839" h="1333980">
                <a:moveTo>
                  <a:pt x="2460839" y="0"/>
                </a:moveTo>
                <a:lnTo>
                  <a:pt x="0" y="0"/>
                </a:lnTo>
                <a:lnTo>
                  <a:pt x="0" y="1333980"/>
                </a:lnTo>
                <a:lnTo>
                  <a:pt x="2460839" y="1333980"/>
                </a:lnTo>
                <a:lnTo>
                  <a:pt x="246083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3595251" y="8066841"/>
            <a:ext cx="902524" cy="1048938"/>
          </a:xfrm>
          <a:custGeom>
            <a:avLst/>
            <a:gdLst/>
            <a:ahLst/>
            <a:cxnLst/>
            <a:rect l="l" t="t" r="r" b="b"/>
            <a:pathLst>
              <a:path w="902524" h="1048938">
                <a:moveTo>
                  <a:pt x="0" y="0"/>
                </a:moveTo>
                <a:lnTo>
                  <a:pt x="902524" y="0"/>
                </a:lnTo>
                <a:lnTo>
                  <a:pt x="902524" y="1048938"/>
                </a:lnTo>
                <a:lnTo>
                  <a:pt x="0" y="10489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rot="-648757">
            <a:off x="802969" y="6780582"/>
            <a:ext cx="1394900" cy="1808623"/>
          </a:xfrm>
          <a:custGeom>
            <a:avLst/>
            <a:gdLst/>
            <a:ahLst/>
            <a:cxnLst/>
            <a:rect l="l" t="t" r="r" b="b"/>
            <a:pathLst>
              <a:path w="1394900" h="1808623">
                <a:moveTo>
                  <a:pt x="0" y="0"/>
                </a:moveTo>
                <a:lnTo>
                  <a:pt x="1394900" y="0"/>
                </a:lnTo>
                <a:lnTo>
                  <a:pt x="1394900" y="1808622"/>
                </a:lnTo>
                <a:lnTo>
                  <a:pt x="0" y="18086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rot="1214505">
            <a:off x="15650783" y="1110672"/>
            <a:ext cx="1579431" cy="1833882"/>
          </a:xfrm>
          <a:custGeom>
            <a:avLst/>
            <a:gdLst/>
            <a:ahLst/>
            <a:cxnLst/>
            <a:rect l="l" t="t" r="r" b="b"/>
            <a:pathLst>
              <a:path w="1579431" h="1833882">
                <a:moveTo>
                  <a:pt x="0" y="0"/>
                </a:moveTo>
                <a:lnTo>
                  <a:pt x="1579431" y="0"/>
                </a:lnTo>
                <a:lnTo>
                  <a:pt x="1579431" y="1833883"/>
                </a:lnTo>
                <a:lnTo>
                  <a:pt x="0" y="18338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591233" y="920957"/>
            <a:ext cx="2512909" cy="1362206"/>
          </a:xfrm>
          <a:custGeom>
            <a:avLst/>
            <a:gdLst/>
            <a:ahLst/>
            <a:cxnLst/>
            <a:rect l="l" t="t" r="r" b="b"/>
            <a:pathLst>
              <a:path w="2512909" h="1362206">
                <a:moveTo>
                  <a:pt x="0" y="0"/>
                </a:moveTo>
                <a:lnTo>
                  <a:pt x="2512910" y="0"/>
                </a:lnTo>
                <a:lnTo>
                  <a:pt x="2512910" y="1362206"/>
                </a:lnTo>
                <a:lnTo>
                  <a:pt x="0" y="13622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flipH="1">
            <a:off x="-1684028" y="920957"/>
            <a:ext cx="2512909" cy="1362206"/>
          </a:xfrm>
          <a:custGeom>
            <a:avLst/>
            <a:gdLst/>
            <a:ahLst/>
            <a:cxnLst/>
            <a:rect l="l" t="t" r="r" b="b"/>
            <a:pathLst>
              <a:path w="2512909" h="1362206">
                <a:moveTo>
                  <a:pt x="2512910" y="0"/>
                </a:moveTo>
                <a:lnTo>
                  <a:pt x="0" y="0"/>
                </a:lnTo>
                <a:lnTo>
                  <a:pt x="0" y="1362206"/>
                </a:lnTo>
                <a:lnTo>
                  <a:pt x="2512910" y="1362206"/>
                </a:lnTo>
                <a:lnTo>
                  <a:pt x="251291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3783704" y="1077591"/>
            <a:ext cx="902524" cy="1048938"/>
          </a:xfrm>
          <a:custGeom>
            <a:avLst/>
            <a:gdLst/>
            <a:ahLst/>
            <a:cxnLst/>
            <a:rect l="l" t="t" r="r" b="b"/>
            <a:pathLst>
              <a:path w="902524" h="1048938">
                <a:moveTo>
                  <a:pt x="0" y="0"/>
                </a:moveTo>
                <a:lnTo>
                  <a:pt x="902524" y="0"/>
                </a:lnTo>
                <a:lnTo>
                  <a:pt x="902524" y="1048938"/>
                </a:lnTo>
                <a:lnTo>
                  <a:pt x="0" y="10489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D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9102009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10287000" y="0"/>
                </a:moveTo>
                <a:lnTo>
                  <a:pt x="0" y="0"/>
                </a:lnTo>
                <a:lnTo>
                  <a:pt x="0" y="10287000"/>
                </a:lnTo>
                <a:lnTo>
                  <a:pt x="10287000" y="10287000"/>
                </a:lnTo>
                <a:lnTo>
                  <a:pt x="1028700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815898" y="9258300"/>
            <a:ext cx="7887578" cy="2009278"/>
            <a:chOff x="0" y="0"/>
            <a:chExt cx="2698626" cy="6874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98626" cy="687447"/>
            </a:xfrm>
            <a:custGeom>
              <a:avLst/>
              <a:gdLst/>
              <a:ahLst/>
              <a:cxnLst/>
              <a:rect l="l" t="t" r="r" b="b"/>
              <a:pathLst>
                <a:path w="2698626" h="687447">
                  <a:moveTo>
                    <a:pt x="0" y="0"/>
                  </a:moveTo>
                  <a:lnTo>
                    <a:pt x="2698626" y="0"/>
                  </a:lnTo>
                  <a:lnTo>
                    <a:pt x="2698626" y="687447"/>
                  </a:lnTo>
                  <a:lnTo>
                    <a:pt x="0" y="687447"/>
                  </a:lnTo>
                  <a:close/>
                </a:path>
              </a:pathLst>
            </a:custGeom>
            <a:solidFill>
              <a:srgbClr val="8FC9D4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698626" cy="7255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259829" y="4426387"/>
            <a:ext cx="8027623" cy="5107575"/>
          </a:xfrm>
          <a:custGeom>
            <a:avLst/>
            <a:gdLst/>
            <a:ahLst/>
            <a:cxnLst/>
            <a:rect l="l" t="t" r="r" b="b"/>
            <a:pathLst>
              <a:path w="8027623" h="5107575">
                <a:moveTo>
                  <a:pt x="0" y="0"/>
                </a:moveTo>
                <a:lnTo>
                  <a:pt x="8027622" y="0"/>
                </a:lnTo>
                <a:lnTo>
                  <a:pt x="8027622" y="5107575"/>
                </a:lnTo>
                <a:lnTo>
                  <a:pt x="0" y="51075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366935" y="1076439"/>
            <a:ext cx="8448963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Tools / Software</a:t>
            </a:r>
          </a:p>
        </p:txBody>
      </p:sp>
      <p:sp>
        <p:nvSpPr>
          <p:cNvPr id="8" name="Freeform 8"/>
          <p:cNvSpPr/>
          <p:nvPr/>
        </p:nvSpPr>
        <p:spPr>
          <a:xfrm rot="-5237842">
            <a:off x="3489712" y="8258306"/>
            <a:ext cx="738707" cy="858546"/>
          </a:xfrm>
          <a:custGeom>
            <a:avLst/>
            <a:gdLst/>
            <a:ahLst/>
            <a:cxnLst/>
            <a:rect l="l" t="t" r="r" b="b"/>
            <a:pathLst>
              <a:path w="738707" h="858546">
                <a:moveTo>
                  <a:pt x="0" y="0"/>
                </a:moveTo>
                <a:lnTo>
                  <a:pt x="738707" y="0"/>
                </a:lnTo>
                <a:lnTo>
                  <a:pt x="738707" y="858546"/>
                </a:lnTo>
                <a:lnTo>
                  <a:pt x="0" y="8585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5237842">
            <a:off x="3043501" y="9036674"/>
            <a:ext cx="738707" cy="858546"/>
          </a:xfrm>
          <a:custGeom>
            <a:avLst/>
            <a:gdLst/>
            <a:ahLst/>
            <a:cxnLst/>
            <a:rect l="l" t="t" r="r" b="b"/>
            <a:pathLst>
              <a:path w="738707" h="858546">
                <a:moveTo>
                  <a:pt x="0" y="0"/>
                </a:moveTo>
                <a:lnTo>
                  <a:pt x="738707" y="0"/>
                </a:lnTo>
                <a:lnTo>
                  <a:pt x="738707" y="858545"/>
                </a:lnTo>
                <a:lnTo>
                  <a:pt x="0" y="8585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620697" y="-612179"/>
            <a:ext cx="2258615" cy="1224358"/>
          </a:xfrm>
          <a:custGeom>
            <a:avLst/>
            <a:gdLst/>
            <a:ahLst/>
            <a:cxnLst/>
            <a:rect l="l" t="t" r="r" b="b"/>
            <a:pathLst>
              <a:path w="2258615" h="1224358">
                <a:moveTo>
                  <a:pt x="0" y="0"/>
                </a:moveTo>
                <a:lnTo>
                  <a:pt x="2258616" y="0"/>
                </a:lnTo>
                <a:lnTo>
                  <a:pt x="2258616" y="1224358"/>
                </a:lnTo>
                <a:lnTo>
                  <a:pt x="0" y="12243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10575681" y="-612179"/>
            <a:ext cx="2258615" cy="1224358"/>
          </a:xfrm>
          <a:custGeom>
            <a:avLst/>
            <a:gdLst/>
            <a:ahLst/>
            <a:cxnLst/>
            <a:rect l="l" t="t" r="r" b="b"/>
            <a:pathLst>
              <a:path w="2258615" h="1224358">
                <a:moveTo>
                  <a:pt x="2258616" y="0"/>
                </a:moveTo>
                <a:lnTo>
                  <a:pt x="0" y="0"/>
                </a:lnTo>
                <a:lnTo>
                  <a:pt x="0" y="1224358"/>
                </a:lnTo>
                <a:lnTo>
                  <a:pt x="2258616" y="1224358"/>
                </a:lnTo>
                <a:lnTo>
                  <a:pt x="22586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526611" y="8489639"/>
            <a:ext cx="3214329" cy="1003422"/>
          </a:xfrm>
          <a:custGeom>
            <a:avLst/>
            <a:gdLst/>
            <a:ahLst/>
            <a:cxnLst/>
            <a:rect l="l" t="t" r="r" b="b"/>
            <a:pathLst>
              <a:path w="3214329" h="1003422">
                <a:moveTo>
                  <a:pt x="0" y="0"/>
                </a:moveTo>
                <a:lnTo>
                  <a:pt x="3214330" y="0"/>
                </a:lnTo>
                <a:lnTo>
                  <a:pt x="3214330" y="1003423"/>
                </a:lnTo>
                <a:lnTo>
                  <a:pt x="0" y="10034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b="-73649"/>
            </a:stretch>
          </a:blipFill>
        </p:spPr>
      </p:sp>
      <p:sp>
        <p:nvSpPr>
          <p:cNvPr id="13" name="Freeform 13"/>
          <p:cNvSpPr/>
          <p:nvPr/>
        </p:nvSpPr>
        <p:spPr>
          <a:xfrm rot="-911726">
            <a:off x="12732374" y="2136179"/>
            <a:ext cx="1194869" cy="1549263"/>
          </a:xfrm>
          <a:custGeom>
            <a:avLst/>
            <a:gdLst/>
            <a:ahLst/>
            <a:cxnLst/>
            <a:rect l="l" t="t" r="r" b="b"/>
            <a:pathLst>
              <a:path w="1194869" h="1549263">
                <a:moveTo>
                  <a:pt x="0" y="0"/>
                </a:moveTo>
                <a:lnTo>
                  <a:pt x="1194869" y="0"/>
                </a:lnTo>
                <a:lnTo>
                  <a:pt x="1194869" y="1549264"/>
                </a:lnTo>
                <a:lnTo>
                  <a:pt x="0" y="1549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1214505">
            <a:off x="16088229" y="571053"/>
            <a:ext cx="1438448" cy="1670186"/>
          </a:xfrm>
          <a:custGeom>
            <a:avLst/>
            <a:gdLst/>
            <a:ahLst/>
            <a:cxnLst/>
            <a:rect l="l" t="t" r="r" b="b"/>
            <a:pathLst>
              <a:path w="1438448" h="1670186">
                <a:moveTo>
                  <a:pt x="0" y="0"/>
                </a:moveTo>
                <a:lnTo>
                  <a:pt x="1438448" y="0"/>
                </a:lnTo>
                <a:lnTo>
                  <a:pt x="1438448" y="1670187"/>
                </a:lnTo>
                <a:lnTo>
                  <a:pt x="0" y="16701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190381" y="-24061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573444" y="2710779"/>
            <a:ext cx="4098700" cy="3098716"/>
          </a:xfrm>
          <a:custGeom>
            <a:avLst/>
            <a:gdLst/>
            <a:ahLst/>
            <a:cxnLst/>
            <a:rect l="l" t="t" r="r" b="b"/>
            <a:pathLst>
              <a:path w="4098700" h="3098716">
                <a:moveTo>
                  <a:pt x="0" y="0"/>
                </a:moveTo>
                <a:lnTo>
                  <a:pt x="4098700" y="0"/>
                </a:lnTo>
                <a:lnTo>
                  <a:pt x="4098700" y="3098716"/>
                </a:lnTo>
                <a:lnTo>
                  <a:pt x="0" y="30987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5392637" y="2477717"/>
            <a:ext cx="3331778" cy="3331778"/>
          </a:xfrm>
          <a:custGeom>
            <a:avLst/>
            <a:gdLst/>
            <a:ahLst/>
            <a:cxnLst/>
            <a:rect l="l" t="t" r="r" b="b"/>
            <a:pathLst>
              <a:path w="3331778" h="3331778">
                <a:moveTo>
                  <a:pt x="0" y="0"/>
                </a:moveTo>
                <a:lnTo>
                  <a:pt x="3331778" y="0"/>
                </a:lnTo>
                <a:lnTo>
                  <a:pt x="3331778" y="3331778"/>
                </a:lnTo>
                <a:lnTo>
                  <a:pt x="0" y="3331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247086" y="6266695"/>
            <a:ext cx="3058190" cy="765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sz="43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SCRATCH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60745" y="6266695"/>
            <a:ext cx="3178054" cy="765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sz="43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VS CODE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5686" y="7127851"/>
            <a:ext cx="3389590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Block Programing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468923" y="7127851"/>
            <a:ext cx="3179207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Text Programing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D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01009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9102009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10287000" y="0"/>
                </a:moveTo>
                <a:lnTo>
                  <a:pt x="0" y="0"/>
                </a:lnTo>
                <a:lnTo>
                  <a:pt x="0" y="10287000"/>
                </a:lnTo>
                <a:lnTo>
                  <a:pt x="10287000" y="10287000"/>
                </a:lnTo>
                <a:lnTo>
                  <a:pt x="1028700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395535" y="3393799"/>
            <a:ext cx="9455703" cy="1074862"/>
            <a:chOff x="0" y="0"/>
            <a:chExt cx="2490391" cy="2830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90391" cy="283091"/>
            </a:xfrm>
            <a:custGeom>
              <a:avLst/>
              <a:gdLst/>
              <a:ahLst/>
              <a:cxnLst/>
              <a:rect l="l" t="t" r="r" b="b"/>
              <a:pathLst>
                <a:path w="2490391" h="283091">
                  <a:moveTo>
                    <a:pt x="0" y="0"/>
                  </a:moveTo>
                  <a:lnTo>
                    <a:pt x="2490391" y="0"/>
                  </a:lnTo>
                  <a:lnTo>
                    <a:pt x="2490391" y="283091"/>
                  </a:lnTo>
                  <a:lnTo>
                    <a:pt x="0" y="283091"/>
                  </a:lnTo>
                  <a:close/>
                </a:path>
              </a:pathLst>
            </a:custGeom>
            <a:solidFill>
              <a:srgbClr val="FFFBD6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90391" cy="3211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95535" y="4606069"/>
            <a:ext cx="9455703" cy="1074862"/>
            <a:chOff x="0" y="0"/>
            <a:chExt cx="2490391" cy="28309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90391" cy="283091"/>
            </a:xfrm>
            <a:custGeom>
              <a:avLst/>
              <a:gdLst/>
              <a:ahLst/>
              <a:cxnLst/>
              <a:rect l="l" t="t" r="r" b="b"/>
              <a:pathLst>
                <a:path w="2490391" h="283091">
                  <a:moveTo>
                    <a:pt x="0" y="0"/>
                  </a:moveTo>
                  <a:lnTo>
                    <a:pt x="2490391" y="0"/>
                  </a:lnTo>
                  <a:lnTo>
                    <a:pt x="2490391" y="283091"/>
                  </a:lnTo>
                  <a:lnTo>
                    <a:pt x="0" y="283091"/>
                  </a:lnTo>
                  <a:close/>
                </a:path>
              </a:pathLst>
            </a:custGeom>
            <a:solidFill>
              <a:srgbClr val="FFFBD6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490391" cy="3211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95535" y="5818338"/>
            <a:ext cx="9455703" cy="1074862"/>
            <a:chOff x="0" y="0"/>
            <a:chExt cx="2490391" cy="2830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90391" cy="283091"/>
            </a:xfrm>
            <a:custGeom>
              <a:avLst/>
              <a:gdLst/>
              <a:ahLst/>
              <a:cxnLst/>
              <a:rect l="l" t="t" r="r" b="b"/>
              <a:pathLst>
                <a:path w="2490391" h="283091">
                  <a:moveTo>
                    <a:pt x="0" y="0"/>
                  </a:moveTo>
                  <a:lnTo>
                    <a:pt x="2490391" y="0"/>
                  </a:lnTo>
                  <a:lnTo>
                    <a:pt x="2490391" y="283091"/>
                  </a:lnTo>
                  <a:lnTo>
                    <a:pt x="0" y="283091"/>
                  </a:lnTo>
                  <a:close/>
                </a:path>
              </a:pathLst>
            </a:custGeom>
            <a:solidFill>
              <a:srgbClr val="FFFBD6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490391" cy="3211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463691" y="9475404"/>
            <a:ext cx="19568482" cy="2009278"/>
            <a:chOff x="0" y="0"/>
            <a:chExt cx="6695085" cy="68744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695085" cy="687447"/>
            </a:xfrm>
            <a:custGeom>
              <a:avLst/>
              <a:gdLst/>
              <a:ahLst/>
              <a:cxnLst/>
              <a:rect l="l" t="t" r="r" b="b"/>
              <a:pathLst>
                <a:path w="6695085" h="687447">
                  <a:moveTo>
                    <a:pt x="0" y="0"/>
                  </a:moveTo>
                  <a:lnTo>
                    <a:pt x="6695085" y="0"/>
                  </a:lnTo>
                  <a:lnTo>
                    <a:pt x="6695085" y="687447"/>
                  </a:lnTo>
                  <a:lnTo>
                    <a:pt x="0" y="687447"/>
                  </a:lnTo>
                  <a:close/>
                </a:path>
              </a:pathLst>
            </a:custGeom>
            <a:solidFill>
              <a:srgbClr val="8FC9D4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6695085" cy="7255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1029809" y="5400358"/>
            <a:ext cx="8074983" cy="4754146"/>
          </a:xfrm>
          <a:custGeom>
            <a:avLst/>
            <a:gdLst/>
            <a:ahLst/>
            <a:cxnLst/>
            <a:rect l="l" t="t" r="r" b="b"/>
            <a:pathLst>
              <a:path w="8074983" h="4754146">
                <a:moveTo>
                  <a:pt x="0" y="0"/>
                </a:moveTo>
                <a:lnTo>
                  <a:pt x="8074983" y="0"/>
                </a:lnTo>
                <a:lnTo>
                  <a:pt x="8074983" y="4754146"/>
                </a:lnTo>
                <a:lnTo>
                  <a:pt x="0" y="47541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962707" y="938772"/>
            <a:ext cx="8757768" cy="1045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33"/>
              </a:lnSpc>
            </a:pPr>
            <a:r>
              <a:rPr lang="en-US" sz="6095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Proses Pemrograman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17645" y="3589518"/>
            <a:ext cx="9002830" cy="647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Menganalisis masalah / tujuan yang diinginkan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17645" y="4801787"/>
            <a:ext cx="9002830" cy="647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Membuat algoritma yang sesuai / teratur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17645" y="6014057"/>
            <a:ext cx="9002830" cy="647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Mengubah algoritma menjadi code / program</a:t>
            </a:r>
          </a:p>
        </p:txBody>
      </p:sp>
      <p:sp>
        <p:nvSpPr>
          <p:cNvPr id="21" name="Freeform 21"/>
          <p:cNvSpPr/>
          <p:nvPr/>
        </p:nvSpPr>
        <p:spPr>
          <a:xfrm>
            <a:off x="16833381" y="601214"/>
            <a:ext cx="1978792" cy="1072670"/>
          </a:xfrm>
          <a:custGeom>
            <a:avLst/>
            <a:gdLst/>
            <a:ahLst/>
            <a:cxnLst/>
            <a:rect l="l" t="t" r="r" b="b"/>
            <a:pathLst>
              <a:path w="1978792" h="1072670">
                <a:moveTo>
                  <a:pt x="0" y="0"/>
                </a:moveTo>
                <a:lnTo>
                  <a:pt x="1978793" y="0"/>
                </a:lnTo>
                <a:lnTo>
                  <a:pt x="1978793" y="1072670"/>
                </a:lnTo>
                <a:lnTo>
                  <a:pt x="0" y="10726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flipH="1">
            <a:off x="15047366" y="601214"/>
            <a:ext cx="1978792" cy="1072670"/>
          </a:xfrm>
          <a:custGeom>
            <a:avLst/>
            <a:gdLst/>
            <a:ahLst/>
            <a:cxnLst/>
            <a:rect l="l" t="t" r="r" b="b"/>
            <a:pathLst>
              <a:path w="1978792" h="1072670">
                <a:moveTo>
                  <a:pt x="1978792" y="0"/>
                </a:moveTo>
                <a:lnTo>
                  <a:pt x="0" y="0"/>
                </a:lnTo>
                <a:lnTo>
                  <a:pt x="0" y="1072670"/>
                </a:lnTo>
                <a:lnTo>
                  <a:pt x="1978792" y="1072670"/>
                </a:lnTo>
                <a:lnTo>
                  <a:pt x="197879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247247" y="477108"/>
            <a:ext cx="902524" cy="1048938"/>
          </a:xfrm>
          <a:custGeom>
            <a:avLst/>
            <a:gdLst/>
            <a:ahLst/>
            <a:cxnLst/>
            <a:rect l="l" t="t" r="r" b="b"/>
            <a:pathLst>
              <a:path w="902524" h="1048938">
                <a:moveTo>
                  <a:pt x="0" y="0"/>
                </a:moveTo>
                <a:lnTo>
                  <a:pt x="902524" y="0"/>
                </a:lnTo>
                <a:lnTo>
                  <a:pt x="902524" y="1048938"/>
                </a:lnTo>
                <a:lnTo>
                  <a:pt x="0" y="10489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3864778" y="1135689"/>
            <a:ext cx="723827" cy="841252"/>
          </a:xfrm>
          <a:custGeom>
            <a:avLst/>
            <a:gdLst/>
            <a:ahLst/>
            <a:cxnLst/>
            <a:rect l="l" t="t" r="r" b="b"/>
            <a:pathLst>
              <a:path w="723827" h="841252">
                <a:moveTo>
                  <a:pt x="0" y="0"/>
                </a:moveTo>
                <a:lnTo>
                  <a:pt x="723827" y="0"/>
                </a:lnTo>
                <a:lnTo>
                  <a:pt x="723827" y="841252"/>
                </a:lnTo>
                <a:lnTo>
                  <a:pt x="0" y="841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2965252" y="477108"/>
            <a:ext cx="723827" cy="841252"/>
          </a:xfrm>
          <a:custGeom>
            <a:avLst/>
            <a:gdLst/>
            <a:ahLst/>
            <a:cxnLst/>
            <a:rect l="l" t="t" r="r" b="b"/>
            <a:pathLst>
              <a:path w="723827" h="841252">
                <a:moveTo>
                  <a:pt x="0" y="0"/>
                </a:moveTo>
                <a:lnTo>
                  <a:pt x="723827" y="0"/>
                </a:lnTo>
                <a:lnTo>
                  <a:pt x="723827" y="841252"/>
                </a:lnTo>
                <a:lnTo>
                  <a:pt x="0" y="841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rot="-648757">
            <a:off x="15562509" y="3316316"/>
            <a:ext cx="948505" cy="1229828"/>
          </a:xfrm>
          <a:custGeom>
            <a:avLst/>
            <a:gdLst/>
            <a:ahLst/>
            <a:cxnLst/>
            <a:rect l="l" t="t" r="r" b="b"/>
            <a:pathLst>
              <a:path w="948505" h="1229828">
                <a:moveTo>
                  <a:pt x="0" y="0"/>
                </a:moveTo>
                <a:lnTo>
                  <a:pt x="948505" y="0"/>
                </a:lnTo>
                <a:lnTo>
                  <a:pt x="948505" y="1229828"/>
                </a:lnTo>
                <a:lnTo>
                  <a:pt x="0" y="12298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 rot="1214505">
            <a:off x="12902034" y="4733717"/>
            <a:ext cx="1148288" cy="1333280"/>
          </a:xfrm>
          <a:custGeom>
            <a:avLst/>
            <a:gdLst/>
            <a:ahLst/>
            <a:cxnLst/>
            <a:rect l="l" t="t" r="r" b="b"/>
            <a:pathLst>
              <a:path w="1148288" h="1333280">
                <a:moveTo>
                  <a:pt x="0" y="0"/>
                </a:moveTo>
                <a:lnTo>
                  <a:pt x="1148288" y="0"/>
                </a:lnTo>
                <a:lnTo>
                  <a:pt x="1148288" y="1333281"/>
                </a:lnTo>
                <a:lnTo>
                  <a:pt x="0" y="13332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flipH="1">
            <a:off x="9835618" y="2327348"/>
            <a:ext cx="1194191" cy="647351"/>
          </a:xfrm>
          <a:custGeom>
            <a:avLst/>
            <a:gdLst/>
            <a:ahLst/>
            <a:cxnLst/>
            <a:rect l="l" t="t" r="r" b="b"/>
            <a:pathLst>
              <a:path w="1194191" h="647351">
                <a:moveTo>
                  <a:pt x="1194191" y="0"/>
                </a:moveTo>
                <a:lnTo>
                  <a:pt x="0" y="0"/>
                </a:lnTo>
                <a:lnTo>
                  <a:pt x="0" y="647351"/>
                </a:lnTo>
                <a:lnTo>
                  <a:pt x="1194191" y="647351"/>
                </a:lnTo>
                <a:lnTo>
                  <a:pt x="119419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D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01009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9102009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10287000" y="0"/>
                </a:moveTo>
                <a:lnTo>
                  <a:pt x="0" y="0"/>
                </a:lnTo>
                <a:lnTo>
                  <a:pt x="0" y="10287000"/>
                </a:lnTo>
                <a:lnTo>
                  <a:pt x="10287000" y="10287000"/>
                </a:lnTo>
                <a:lnTo>
                  <a:pt x="1028700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347442" y="195621"/>
            <a:ext cx="7484645" cy="2121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33"/>
              </a:lnSpc>
            </a:pPr>
            <a:r>
              <a:rPr lang="en-US" sz="6095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Program Algoritma Pertama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997233" y="2430284"/>
            <a:ext cx="10377848" cy="5819272"/>
            <a:chOff x="0" y="0"/>
            <a:chExt cx="2733260" cy="1532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33260" cy="1532648"/>
            </a:xfrm>
            <a:custGeom>
              <a:avLst/>
              <a:gdLst/>
              <a:ahLst/>
              <a:cxnLst/>
              <a:rect l="l" t="t" r="r" b="b"/>
              <a:pathLst>
                <a:path w="2733260" h="1532648">
                  <a:moveTo>
                    <a:pt x="0" y="0"/>
                  </a:moveTo>
                  <a:lnTo>
                    <a:pt x="2733260" y="0"/>
                  </a:lnTo>
                  <a:lnTo>
                    <a:pt x="2733260" y="1532648"/>
                  </a:lnTo>
                  <a:lnTo>
                    <a:pt x="0" y="1532648"/>
                  </a:lnTo>
                  <a:close/>
                </a:path>
              </a:pathLst>
            </a:custGeom>
            <a:solidFill>
              <a:srgbClr val="FFFBD6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33260" cy="1570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006069" y="2556971"/>
            <a:ext cx="10369012" cy="645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1621" lvl="1" indent="-365811" algn="just">
              <a:lnSpc>
                <a:spcPts val="4744"/>
              </a:lnSpc>
              <a:buFont typeface="Arial"/>
              <a:buChar char="•"/>
            </a:pPr>
            <a:r>
              <a:rPr lang="en-US" sz="338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Masalah / tantangan untuk diselesaikan :</a:t>
            </a:r>
          </a:p>
        </p:txBody>
      </p:sp>
      <p:sp>
        <p:nvSpPr>
          <p:cNvPr id="9" name="Freeform 9"/>
          <p:cNvSpPr/>
          <p:nvPr/>
        </p:nvSpPr>
        <p:spPr>
          <a:xfrm>
            <a:off x="16508008" y="702240"/>
            <a:ext cx="2178224" cy="1180779"/>
          </a:xfrm>
          <a:custGeom>
            <a:avLst/>
            <a:gdLst/>
            <a:ahLst/>
            <a:cxnLst/>
            <a:rect l="l" t="t" r="r" b="b"/>
            <a:pathLst>
              <a:path w="2178224" h="1180779">
                <a:moveTo>
                  <a:pt x="0" y="0"/>
                </a:moveTo>
                <a:lnTo>
                  <a:pt x="2178224" y="0"/>
                </a:lnTo>
                <a:lnTo>
                  <a:pt x="2178224" y="1180779"/>
                </a:lnTo>
                <a:lnTo>
                  <a:pt x="0" y="11807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14541990" y="702240"/>
            <a:ext cx="2178224" cy="1180779"/>
          </a:xfrm>
          <a:custGeom>
            <a:avLst/>
            <a:gdLst/>
            <a:ahLst/>
            <a:cxnLst/>
            <a:rect l="l" t="t" r="r" b="b"/>
            <a:pathLst>
              <a:path w="2178224" h="1180779">
                <a:moveTo>
                  <a:pt x="2178223" y="0"/>
                </a:moveTo>
                <a:lnTo>
                  <a:pt x="0" y="0"/>
                </a:lnTo>
                <a:lnTo>
                  <a:pt x="0" y="1180779"/>
                </a:lnTo>
                <a:lnTo>
                  <a:pt x="2178223" y="1180779"/>
                </a:lnTo>
                <a:lnTo>
                  <a:pt x="21782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-598250" y="9263261"/>
            <a:ext cx="19568482" cy="2009278"/>
            <a:chOff x="0" y="0"/>
            <a:chExt cx="6695085" cy="68744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95085" cy="687447"/>
            </a:xfrm>
            <a:custGeom>
              <a:avLst/>
              <a:gdLst/>
              <a:ahLst/>
              <a:cxnLst/>
              <a:rect l="l" t="t" r="r" b="b"/>
              <a:pathLst>
                <a:path w="6695085" h="687447">
                  <a:moveTo>
                    <a:pt x="0" y="0"/>
                  </a:moveTo>
                  <a:lnTo>
                    <a:pt x="6695085" y="0"/>
                  </a:lnTo>
                  <a:lnTo>
                    <a:pt x="6695085" y="687447"/>
                  </a:lnTo>
                  <a:lnTo>
                    <a:pt x="0" y="687447"/>
                  </a:lnTo>
                  <a:close/>
                </a:path>
              </a:pathLst>
            </a:custGeom>
            <a:solidFill>
              <a:srgbClr val="8FC9D4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695085" cy="7255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225295" y="7381547"/>
            <a:ext cx="2178224" cy="1180779"/>
          </a:xfrm>
          <a:custGeom>
            <a:avLst/>
            <a:gdLst/>
            <a:ahLst/>
            <a:cxnLst/>
            <a:rect l="l" t="t" r="r" b="b"/>
            <a:pathLst>
              <a:path w="2178224" h="1180779">
                <a:moveTo>
                  <a:pt x="0" y="0"/>
                </a:moveTo>
                <a:lnTo>
                  <a:pt x="2178223" y="0"/>
                </a:lnTo>
                <a:lnTo>
                  <a:pt x="2178223" y="1180778"/>
                </a:lnTo>
                <a:lnTo>
                  <a:pt x="0" y="1180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H="1">
            <a:off x="-740723" y="7381547"/>
            <a:ext cx="2178224" cy="1180779"/>
          </a:xfrm>
          <a:custGeom>
            <a:avLst/>
            <a:gdLst/>
            <a:ahLst/>
            <a:cxnLst/>
            <a:rect l="l" t="t" r="r" b="b"/>
            <a:pathLst>
              <a:path w="2178224" h="1180779">
                <a:moveTo>
                  <a:pt x="2178223" y="0"/>
                </a:moveTo>
                <a:lnTo>
                  <a:pt x="0" y="0"/>
                </a:lnTo>
                <a:lnTo>
                  <a:pt x="0" y="1180778"/>
                </a:lnTo>
                <a:lnTo>
                  <a:pt x="2178223" y="1180778"/>
                </a:lnTo>
                <a:lnTo>
                  <a:pt x="21782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648757">
            <a:off x="16834289" y="5264147"/>
            <a:ext cx="1011829" cy="1311934"/>
          </a:xfrm>
          <a:custGeom>
            <a:avLst/>
            <a:gdLst/>
            <a:ahLst/>
            <a:cxnLst/>
            <a:rect l="l" t="t" r="r" b="b"/>
            <a:pathLst>
              <a:path w="1011829" h="1311934">
                <a:moveTo>
                  <a:pt x="0" y="0"/>
                </a:moveTo>
                <a:lnTo>
                  <a:pt x="1011830" y="0"/>
                </a:lnTo>
                <a:lnTo>
                  <a:pt x="1011830" y="1311934"/>
                </a:lnTo>
                <a:lnTo>
                  <a:pt x="0" y="1311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1214505">
            <a:off x="15363285" y="7351141"/>
            <a:ext cx="1069319" cy="1241589"/>
          </a:xfrm>
          <a:custGeom>
            <a:avLst/>
            <a:gdLst/>
            <a:ahLst/>
            <a:cxnLst/>
            <a:rect l="l" t="t" r="r" b="b"/>
            <a:pathLst>
              <a:path w="1069319" h="1241589">
                <a:moveTo>
                  <a:pt x="0" y="0"/>
                </a:moveTo>
                <a:lnTo>
                  <a:pt x="1069319" y="0"/>
                </a:lnTo>
                <a:lnTo>
                  <a:pt x="1069319" y="1241590"/>
                </a:lnTo>
                <a:lnTo>
                  <a:pt x="0" y="12415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648757">
            <a:off x="987072" y="2388829"/>
            <a:ext cx="948505" cy="1229828"/>
          </a:xfrm>
          <a:custGeom>
            <a:avLst/>
            <a:gdLst/>
            <a:ahLst/>
            <a:cxnLst/>
            <a:rect l="l" t="t" r="r" b="b"/>
            <a:pathLst>
              <a:path w="948505" h="1229828">
                <a:moveTo>
                  <a:pt x="0" y="0"/>
                </a:moveTo>
                <a:lnTo>
                  <a:pt x="948505" y="0"/>
                </a:lnTo>
                <a:lnTo>
                  <a:pt x="948505" y="1229828"/>
                </a:lnTo>
                <a:lnTo>
                  <a:pt x="0" y="12298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1214505">
            <a:off x="2943019" y="820025"/>
            <a:ext cx="1148288" cy="1333280"/>
          </a:xfrm>
          <a:custGeom>
            <a:avLst/>
            <a:gdLst/>
            <a:ahLst/>
            <a:cxnLst/>
            <a:rect l="l" t="t" r="r" b="b"/>
            <a:pathLst>
              <a:path w="1148288" h="1333280">
                <a:moveTo>
                  <a:pt x="0" y="0"/>
                </a:moveTo>
                <a:lnTo>
                  <a:pt x="1148288" y="0"/>
                </a:lnTo>
                <a:lnTo>
                  <a:pt x="1148288" y="1333280"/>
                </a:lnTo>
                <a:lnTo>
                  <a:pt x="0" y="1333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461325" y="4680350"/>
            <a:ext cx="902524" cy="1048938"/>
          </a:xfrm>
          <a:custGeom>
            <a:avLst/>
            <a:gdLst/>
            <a:ahLst/>
            <a:cxnLst/>
            <a:rect l="l" t="t" r="r" b="b"/>
            <a:pathLst>
              <a:path w="902524" h="1048938">
                <a:moveTo>
                  <a:pt x="0" y="0"/>
                </a:moveTo>
                <a:lnTo>
                  <a:pt x="902523" y="0"/>
                </a:lnTo>
                <a:lnTo>
                  <a:pt x="902523" y="1048938"/>
                </a:lnTo>
                <a:lnTo>
                  <a:pt x="0" y="10489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3124076" y="477108"/>
            <a:ext cx="723827" cy="841252"/>
          </a:xfrm>
          <a:custGeom>
            <a:avLst/>
            <a:gdLst/>
            <a:ahLst/>
            <a:cxnLst/>
            <a:rect l="l" t="t" r="r" b="b"/>
            <a:pathLst>
              <a:path w="723827" h="841252">
                <a:moveTo>
                  <a:pt x="0" y="0"/>
                </a:moveTo>
                <a:lnTo>
                  <a:pt x="723827" y="0"/>
                </a:lnTo>
                <a:lnTo>
                  <a:pt x="723827" y="841252"/>
                </a:lnTo>
                <a:lnTo>
                  <a:pt x="0" y="841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5446682" y="3696709"/>
            <a:ext cx="902524" cy="1048938"/>
          </a:xfrm>
          <a:custGeom>
            <a:avLst/>
            <a:gdLst/>
            <a:ahLst/>
            <a:cxnLst/>
            <a:rect l="l" t="t" r="r" b="b"/>
            <a:pathLst>
              <a:path w="902524" h="1048938">
                <a:moveTo>
                  <a:pt x="0" y="0"/>
                </a:moveTo>
                <a:lnTo>
                  <a:pt x="902524" y="0"/>
                </a:lnTo>
                <a:lnTo>
                  <a:pt x="902524" y="1048938"/>
                </a:lnTo>
                <a:lnTo>
                  <a:pt x="0" y="10489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4449574" y="3068980"/>
            <a:ext cx="9925507" cy="1247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1621" lvl="1" indent="-365810" algn="l">
              <a:lnSpc>
                <a:spcPts val="4744"/>
              </a:lnSpc>
              <a:buAutoNum type="arabicPeriod"/>
            </a:pPr>
            <a:r>
              <a:rPr lang="en-US" sz="338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Mendapatkan username dan Hobi username tersebut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997210" y="4368544"/>
            <a:ext cx="10369012" cy="645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1621" lvl="1" indent="-365811" algn="just">
              <a:lnSpc>
                <a:spcPts val="4744"/>
              </a:lnSpc>
              <a:buFont typeface="Arial"/>
              <a:buChar char="•"/>
            </a:pPr>
            <a:r>
              <a:rPr lang="en-US" sz="338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Cara menyelesaikan masalah/tantangan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996901" y="6241075"/>
            <a:ext cx="10369012" cy="645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1621" lvl="1" indent="-365811" algn="just">
              <a:lnSpc>
                <a:spcPts val="4744"/>
              </a:lnSpc>
              <a:buFont typeface="Arial"/>
              <a:buChar char="•"/>
            </a:pPr>
            <a:r>
              <a:rPr lang="en-US" sz="338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Cara komputer menjalankan algoritma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449574" y="4892419"/>
            <a:ext cx="9925507" cy="1247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1621" lvl="1" indent="-365810" algn="l">
              <a:lnSpc>
                <a:spcPts val="4744"/>
              </a:lnSpc>
              <a:buAutoNum type="arabicPeriod"/>
            </a:pPr>
            <a:r>
              <a:rPr lang="en-US" sz="338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Menanyakan usernamenya, dan hobinya</a:t>
            </a:r>
          </a:p>
          <a:p>
            <a:pPr marL="731621" lvl="1" indent="-365810" algn="l">
              <a:lnSpc>
                <a:spcPts val="4744"/>
              </a:lnSpc>
              <a:buAutoNum type="arabicPeriod"/>
            </a:pPr>
            <a:r>
              <a:rPr lang="en-US" sz="338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Merespon jawaban dari user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449574" y="6753084"/>
            <a:ext cx="9925507" cy="1247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1621" lvl="1" indent="-365810" algn="l">
              <a:lnSpc>
                <a:spcPts val="4744"/>
              </a:lnSpc>
              <a:buAutoNum type="arabicPeriod"/>
            </a:pPr>
            <a:r>
              <a:rPr lang="en-US" sz="338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Membuat program melalui Scratch atau VS Code atau software lainnya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D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01009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9102009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10287000" y="0"/>
                </a:moveTo>
                <a:lnTo>
                  <a:pt x="0" y="0"/>
                </a:lnTo>
                <a:lnTo>
                  <a:pt x="0" y="10287000"/>
                </a:lnTo>
                <a:lnTo>
                  <a:pt x="10287000" y="10287000"/>
                </a:lnTo>
                <a:lnTo>
                  <a:pt x="1028700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084809" y="1485264"/>
            <a:ext cx="12118382" cy="7316473"/>
          </a:xfrm>
          <a:custGeom>
            <a:avLst/>
            <a:gdLst/>
            <a:ahLst/>
            <a:cxnLst/>
            <a:rect l="l" t="t" r="r" b="b"/>
            <a:pathLst>
              <a:path w="12118382" h="7316473">
                <a:moveTo>
                  <a:pt x="0" y="0"/>
                </a:moveTo>
                <a:lnTo>
                  <a:pt x="12118382" y="0"/>
                </a:lnTo>
                <a:lnTo>
                  <a:pt x="12118382" y="7316472"/>
                </a:lnTo>
                <a:lnTo>
                  <a:pt x="0" y="73164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833739" y="2704982"/>
            <a:ext cx="10620522" cy="2955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85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Terima Kasih</a:t>
            </a:r>
          </a:p>
          <a:p>
            <a:pPr algn="ctr">
              <a:lnSpc>
                <a:spcPts val="11900"/>
              </a:lnSpc>
            </a:pPr>
            <a:r>
              <a:rPr lang="en-US" sz="85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dan Sampai Jumpa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800850" y="6100270"/>
            <a:ext cx="8686301" cy="1764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Sampai jumpa di pertemuan selanjutnya</a:t>
            </a:r>
          </a:p>
        </p:txBody>
      </p:sp>
      <p:sp>
        <p:nvSpPr>
          <p:cNvPr id="7" name="Freeform 7"/>
          <p:cNvSpPr/>
          <p:nvPr/>
        </p:nvSpPr>
        <p:spPr>
          <a:xfrm>
            <a:off x="16906742" y="-253145"/>
            <a:ext cx="2717193" cy="1472945"/>
          </a:xfrm>
          <a:custGeom>
            <a:avLst/>
            <a:gdLst/>
            <a:ahLst/>
            <a:cxnLst/>
            <a:rect l="l" t="t" r="r" b="b"/>
            <a:pathLst>
              <a:path w="2717193" h="1472945">
                <a:moveTo>
                  <a:pt x="0" y="0"/>
                </a:moveTo>
                <a:lnTo>
                  <a:pt x="2717193" y="0"/>
                </a:lnTo>
                <a:lnTo>
                  <a:pt x="2717193" y="1472945"/>
                </a:lnTo>
                <a:lnTo>
                  <a:pt x="0" y="1472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4454261" y="-253145"/>
            <a:ext cx="2717193" cy="1472945"/>
          </a:xfrm>
          <a:custGeom>
            <a:avLst/>
            <a:gdLst/>
            <a:ahLst/>
            <a:cxnLst/>
            <a:rect l="l" t="t" r="r" b="b"/>
            <a:pathLst>
              <a:path w="2717193" h="1472945">
                <a:moveTo>
                  <a:pt x="2717193" y="0"/>
                </a:moveTo>
                <a:lnTo>
                  <a:pt x="0" y="0"/>
                </a:lnTo>
                <a:lnTo>
                  <a:pt x="0" y="1472945"/>
                </a:lnTo>
                <a:lnTo>
                  <a:pt x="2717193" y="1472945"/>
                </a:lnTo>
                <a:lnTo>
                  <a:pt x="271719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013990" y="9093080"/>
            <a:ext cx="2786860" cy="1510710"/>
          </a:xfrm>
          <a:custGeom>
            <a:avLst/>
            <a:gdLst/>
            <a:ahLst/>
            <a:cxnLst/>
            <a:rect l="l" t="t" r="r" b="b"/>
            <a:pathLst>
              <a:path w="2786860" h="1510710">
                <a:moveTo>
                  <a:pt x="0" y="0"/>
                </a:moveTo>
                <a:lnTo>
                  <a:pt x="2786860" y="0"/>
                </a:lnTo>
                <a:lnTo>
                  <a:pt x="2786860" y="1510710"/>
                </a:lnTo>
                <a:lnTo>
                  <a:pt x="0" y="15107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-501371" y="9093080"/>
            <a:ext cx="2786860" cy="1510710"/>
          </a:xfrm>
          <a:custGeom>
            <a:avLst/>
            <a:gdLst/>
            <a:ahLst/>
            <a:cxnLst/>
            <a:rect l="l" t="t" r="r" b="b"/>
            <a:pathLst>
              <a:path w="2786860" h="1510710">
                <a:moveTo>
                  <a:pt x="2786860" y="0"/>
                </a:moveTo>
                <a:lnTo>
                  <a:pt x="0" y="0"/>
                </a:lnTo>
                <a:lnTo>
                  <a:pt x="0" y="1510710"/>
                </a:lnTo>
                <a:lnTo>
                  <a:pt x="2786860" y="1510710"/>
                </a:lnTo>
                <a:lnTo>
                  <a:pt x="278686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812858" y="7864300"/>
            <a:ext cx="1837944" cy="2136110"/>
          </a:xfrm>
          <a:custGeom>
            <a:avLst/>
            <a:gdLst/>
            <a:ahLst/>
            <a:cxnLst/>
            <a:rect l="l" t="t" r="r" b="b"/>
            <a:pathLst>
              <a:path w="1837944" h="2136110">
                <a:moveTo>
                  <a:pt x="0" y="0"/>
                </a:moveTo>
                <a:lnTo>
                  <a:pt x="1837944" y="0"/>
                </a:lnTo>
                <a:lnTo>
                  <a:pt x="1837944" y="2136110"/>
                </a:lnTo>
                <a:lnTo>
                  <a:pt x="0" y="2136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47545" y="730797"/>
            <a:ext cx="1837944" cy="2136110"/>
          </a:xfrm>
          <a:custGeom>
            <a:avLst/>
            <a:gdLst/>
            <a:ahLst/>
            <a:cxnLst/>
            <a:rect l="l" t="t" r="r" b="b"/>
            <a:pathLst>
              <a:path w="1837944" h="2136110">
                <a:moveTo>
                  <a:pt x="0" y="0"/>
                </a:moveTo>
                <a:lnTo>
                  <a:pt x="1837944" y="0"/>
                </a:lnTo>
                <a:lnTo>
                  <a:pt x="1837944" y="2136110"/>
                </a:lnTo>
                <a:lnTo>
                  <a:pt x="0" y="2136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90475" y="3638366"/>
            <a:ext cx="1076450" cy="1251080"/>
          </a:xfrm>
          <a:custGeom>
            <a:avLst/>
            <a:gdLst/>
            <a:ahLst/>
            <a:cxnLst/>
            <a:rect l="l" t="t" r="r" b="b"/>
            <a:pathLst>
              <a:path w="1076450" h="1251080">
                <a:moveTo>
                  <a:pt x="0" y="0"/>
                </a:moveTo>
                <a:lnTo>
                  <a:pt x="1076450" y="0"/>
                </a:lnTo>
                <a:lnTo>
                  <a:pt x="1076450" y="1251080"/>
                </a:lnTo>
                <a:lnTo>
                  <a:pt x="0" y="12510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193605" y="5826455"/>
            <a:ext cx="1076450" cy="1251080"/>
          </a:xfrm>
          <a:custGeom>
            <a:avLst/>
            <a:gdLst/>
            <a:ahLst/>
            <a:cxnLst/>
            <a:rect l="l" t="t" r="r" b="b"/>
            <a:pathLst>
              <a:path w="1076450" h="1251080">
                <a:moveTo>
                  <a:pt x="0" y="0"/>
                </a:moveTo>
                <a:lnTo>
                  <a:pt x="1076450" y="0"/>
                </a:lnTo>
                <a:lnTo>
                  <a:pt x="1076450" y="1251080"/>
                </a:lnTo>
                <a:lnTo>
                  <a:pt x="0" y="12510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648757">
            <a:off x="16431642" y="2561093"/>
            <a:ext cx="1285153" cy="1666324"/>
          </a:xfrm>
          <a:custGeom>
            <a:avLst/>
            <a:gdLst/>
            <a:ahLst/>
            <a:cxnLst/>
            <a:rect l="l" t="t" r="r" b="b"/>
            <a:pathLst>
              <a:path w="1285153" h="1666324">
                <a:moveTo>
                  <a:pt x="0" y="0"/>
                </a:moveTo>
                <a:lnTo>
                  <a:pt x="1285153" y="0"/>
                </a:lnTo>
                <a:lnTo>
                  <a:pt x="1285153" y="1666324"/>
                </a:lnTo>
                <a:lnTo>
                  <a:pt x="0" y="16663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1214505">
            <a:off x="688948" y="6300609"/>
            <a:ext cx="1466093" cy="1702285"/>
          </a:xfrm>
          <a:custGeom>
            <a:avLst/>
            <a:gdLst/>
            <a:ahLst/>
            <a:cxnLst/>
            <a:rect l="l" t="t" r="r" b="b"/>
            <a:pathLst>
              <a:path w="1466093" h="1702285">
                <a:moveTo>
                  <a:pt x="0" y="0"/>
                </a:moveTo>
                <a:lnTo>
                  <a:pt x="1466093" y="0"/>
                </a:lnTo>
                <a:lnTo>
                  <a:pt x="1466093" y="1702286"/>
                </a:lnTo>
                <a:lnTo>
                  <a:pt x="0" y="17022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3084809" y="-520283"/>
            <a:ext cx="1076450" cy="1251080"/>
          </a:xfrm>
          <a:custGeom>
            <a:avLst/>
            <a:gdLst/>
            <a:ahLst/>
            <a:cxnLst/>
            <a:rect l="l" t="t" r="r" b="b"/>
            <a:pathLst>
              <a:path w="1076450" h="1251080">
                <a:moveTo>
                  <a:pt x="0" y="0"/>
                </a:moveTo>
                <a:lnTo>
                  <a:pt x="1076451" y="0"/>
                </a:lnTo>
                <a:lnTo>
                  <a:pt x="1076451" y="1251080"/>
                </a:lnTo>
                <a:lnTo>
                  <a:pt x="0" y="12510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3487150" y="9374869"/>
            <a:ext cx="1076450" cy="1251080"/>
          </a:xfrm>
          <a:custGeom>
            <a:avLst/>
            <a:gdLst/>
            <a:ahLst/>
            <a:cxnLst/>
            <a:rect l="l" t="t" r="r" b="b"/>
            <a:pathLst>
              <a:path w="1076450" h="1251080">
                <a:moveTo>
                  <a:pt x="0" y="0"/>
                </a:moveTo>
                <a:lnTo>
                  <a:pt x="1076451" y="0"/>
                </a:lnTo>
                <a:lnTo>
                  <a:pt x="1076451" y="1251081"/>
                </a:lnTo>
                <a:lnTo>
                  <a:pt x="0" y="12510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</Words>
  <Application>Microsoft Office PowerPoint</Application>
  <PresentationFormat>Custom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Merriweather</vt:lpstr>
      <vt:lpstr>Calibri</vt:lpstr>
      <vt:lpstr>League Spartan</vt:lpstr>
      <vt:lpstr>Arial MT Pro</vt:lpstr>
      <vt:lpstr>Bree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Algoritma dan Pemrograman Presentasi</dc:title>
  <cp:lastModifiedBy>SN W2N0CV05Y69907F</cp:lastModifiedBy>
  <cp:revision>3</cp:revision>
  <dcterms:created xsi:type="dcterms:W3CDTF">2006-08-16T00:00:00Z</dcterms:created>
  <dcterms:modified xsi:type="dcterms:W3CDTF">2026-09-30T08:24:33Z</dcterms:modified>
  <dc:identifier>DAHS1R6Ambw</dc:identifier>
</cp:coreProperties>
</file>